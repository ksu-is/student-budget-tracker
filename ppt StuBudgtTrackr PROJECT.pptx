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8288000" cy="10287000"/>
  <p:notesSz cx="6858000" cy="9144000"/>
  <p:embeddedFontLst>
    <p:embeddedFont>
      <p:font typeface="Gagalin" panose="020B0604020202020204" charset="0"/>
      <p:regular r:id="rId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4DD75C-1D9B-4829-A4C6-D12C22B9518E}" v="12" dt="2025-11-30T20:18:26.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2" d="100"/>
          <a:sy n="52" d="100"/>
        </p:scale>
        <p:origin x="22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font" Target="fonts/font1.fntdata"/><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jane Ede" userId="4a12d55359b15878" providerId="LiveId" clId="{A442BEB5-15E6-495F-B86A-8887FDD472F2}"/>
    <pc:docChg chg="undo custSel modSld">
      <pc:chgData name="Maryjane Ede" userId="4a12d55359b15878" providerId="LiveId" clId="{A442BEB5-15E6-495F-B86A-8887FDD472F2}" dt="2025-11-30T20:20:17.112" v="714" actId="1076"/>
      <pc:docMkLst>
        <pc:docMk/>
      </pc:docMkLst>
      <pc:sldChg chg="addSp modSp mod">
        <pc:chgData name="Maryjane Ede" userId="4a12d55359b15878" providerId="LiveId" clId="{A442BEB5-15E6-495F-B86A-8887FDD472F2}" dt="2025-11-30T20:20:17.112" v="714" actId="1076"/>
        <pc:sldMkLst>
          <pc:docMk/>
          <pc:sldMk cId="0" sldId="256"/>
        </pc:sldMkLst>
        <pc:spChg chg="add mod">
          <ac:chgData name="Maryjane Ede" userId="4a12d55359b15878" providerId="LiveId" clId="{A442BEB5-15E6-495F-B86A-8887FDD472F2}" dt="2025-11-30T20:19:40.451" v="709" actId="1076"/>
          <ac:spMkLst>
            <pc:docMk/>
            <pc:sldMk cId="0" sldId="256"/>
            <ac:spMk id="44" creationId="{D1FF6441-7C0D-2222-D55A-8015EE331781}"/>
          </ac:spMkLst>
        </pc:spChg>
        <pc:spChg chg="add mod">
          <ac:chgData name="Maryjane Ede" userId="4a12d55359b15878" providerId="LiveId" clId="{A442BEB5-15E6-495F-B86A-8887FDD472F2}" dt="2025-11-30T20:20:12.425" v="713" actId="1076"/>
          <ac:spMkLst>
            <pc:docMk/>
            <pc:sldMk cId="0" sldId="256"/>
            <ac:spMk id="45" creationId="{0584E925-C35A-9752-19BB-AC37EE338461}"/>
          </ac:spMkLst>
        </pc:spChg>
        <pc:spChg chg="add mod">
          <ac:chgData name="Maryjane Ede" userId="4a12d55359b15878" providerId="LiveId" clId="{A442BEB5-15E6-495F-B86A-8887FDD472F2}" dt="2025-11-30T20:20:17.112" v="714" actId="1076"/>
          <ac:spMkLst>
            <pc:docMk/>
            <pc:sldMk cId="0" sldId="256"/>
            <ac:spMk id="46" creationId="{84C8C9AA-8EAF-4FFA-4964-1A86553E31EB}"/>
          </ac:spMkLst>
        </pc:spChg>
        <pc:grpChg chg="mod">
          <ac:chgData name="Maryjane Ede" userId="4a12d55359b15878" providerId="LiveId" clId="{A442BEB5-15E6-495F-B86A-8887FDD472F2}" dt="2025-11-30T20:19:49.764" v="711" actId="1076"/>
          <ac:grpSpMkLst>
            <pc:docMk/>
            <pc:sldMk cId="0" sldId="256"/>
            <ac:grpSpMk id="16" creationId="{00000000-0000-0000-0000-000000000000}"/>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33" Type="http://schemas.openxmlformats.org/officeDocument/2006/relationships/image" Target="../media/image32.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32" Type="http://schemas.openxmlformats.org/officeDocument/2006/relationships/image" Target="../media/image31.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28" Type="http://schemas.openxmlformats.org/officeDocument/2006/relationships/image" Target="../media/image27.png"/><Relationship Id="rId10" Type="http://schemas.openxmlformats.org/officeDocument/2006/relationships/image" Target="../media/image9.png"/><Relationship Id="rId19" Type="http://schemas.openxmlformats.org/officeDocument/2006/relationships/image" Target="../media/image18.svg"/><Relationship Id="rId31" Type="http://schemas.openxmlformats.org/officeDocument/2006/relationships/image" Target="../media/image30.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 Id="rId30" Type="http://schemas.openxmlformats.org/officeDocument/2006/relationships/image" Target="../media/image29.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335159" y="1266854"/>
            <a:ext cx="5508136" cy="6481685"/>
            <a:chOff x="0" y="0"/>
            <a:chExt cx="5396230" cy="6350000"/>
          </a:xfrm>
        </p:grpSpPr>
        <p:sp>
          <p:nvSpPr>
            <p:cNvPr id="3" name="Freeform 3"/>
            <p:cNvSpPr/>
            <p:nvPr/>
          </p:nvSpPr>
          <p:spPr>
            <a:xfrm>
              <a:off x="11430" y="11430"/>
              <a:ext cx="5373370" cy="6327140"/>
            </a:xfrm>
            <a:custGeom>
              <a:avLst/>
              <a:gdLst/>
              <a:ahLst/>
              <a:cxnLst/>
              <a:rect l="l" t="t" r="r" b="b"/>
              <a:pathLst>
                <a:path w="5373370" h="6327140">
                  <a:moveTo>
                    <a:pt x="5372100" y="661670"/>
                  </a:moveTo>
                  <a:lnTo>
                    <a:pt x="5372100" y="890270"/>
                  </a:lnTo>
                  <a:moveTo>
                    <a:pt x="5372100" y="890270"/>
                  </a:moveTo>
                  <a:lnTo>
                    <a:pt x="5372100" y="6327140"/>
                  </a:lnTo>
                  <a:lnTo>
                    <a:pt x="5373370" y="6327140"/>
                  </a:lnTo>
                  <a:lnTo>
                    <a:pt x="0" y="6327140"/>
                  </a:lnTo>
                  <a:lnTo>
                    <a:pt x="0" y="0"/>
                  </a:lnTo>
                  <a:lnTo>
                    <a:pt x="5372100" y="0"/>
                  </a:lnTo>
                  <a:lnTo>
                    <a:pt x="5372100" y="661670"/>
                  </a:lnTo>
                </a:path>
              </a:pathLst>
            </a:custGeom>
            <a:solidFill>
              <a:srgbClr val="FFFFFF"/>
            </a:solidFill>
            <a:ln w="12700">
              <a:solidFill>
                <a:srgbClr val="000000"/>
              </a:solidFill>
            </a:ln>
          </p:spPr>
          <p:txBody>
            <a:bodyPr/>
            <a:lstStyle/>
            <a:p>
              <a:endParaRPr lang="en-US"/>
            </a:p>
          </p:txBody>
        </p:sp>
        <p:sp>
          <p:nvSpPr>
            <p:cNvPr id="4" name="Freeform 4"/>
            <p:cNvSpPr/>
            <p:nvPr/>
          </p:nvSpPr>
          <p:spPr>
            <a:xfrm>
              <a:off x="11430" y="6102350"/>
              <a:ext cx="5373370" cy="236220"/>
            </a:xfrm>
            <a:custGeom>
              <a:avLst/>
              <a:gdLst/>
              <a:ahLst/>
              <a:cxnLst/>
              <a:rect l="l" t="t" r="r" b="b"/>
              <a:pathLst>
                <a:path w="5373370" h="236220">
                  <a:moveTo>
                    <a:pt x="4269740" y="0"/>
                  </a:moveTo>
                  <a:lnTo>
                    <a:pt x="5372100" y="0"/>
                  </a:lnTo>
                  <a:lnTo>
                    <a:pt x="5372100" y="236220"/>
                  </a:lnTo>
                  <a:lnTo>
                    <a:pt x="5373370" y="236220"/>
                  </a:lnTo>
                  <a:lnTo>
                    <a:pt x="0" y="236220"/>
                  </a:lnTo>
                  <a:lnTo>
                    <a:pt x="0" y="0"/>
                  </a:lnTo>
                  <a:lnTo>
                    <a:pt x="4206240" y="0"/>
                  </a:lnTo>
                  <a:moveTo>
                    <a:pt x="4206240" y="0"/>
                  </a:moveTo>
                  <a:lnTo>
                    <a:pt x="4268470" y="0"/>
                  </a:lnTo>
                </a:path>
              </a:pathLst>
            </a:custGeom>
            <a:solidFill>
              <a:srgbClr val="FFFFFF"/>
            </a:solidFill>
          </p:spPr>
          <p:txBody>
            <a:bodyPr/>
            <a:lstStyle/>
            <a:p>
              <a:endParaRPr lang="en-US"/>
            </a:p>
          </p:txBody>
        </p:sp>
        <p:sp>
          <p:nvSpPr>
            <p:cNvPr id="5" name="Freeform 5"/>
            <p:cNvSpPr/>
            <p:nvPr/>
          </p:nvSpPr>
          <p:spPr>
            <a:xfrm>
              <a:off x="11430" y="11430"/>
              <a:ext cx="5373370" cy="6327140"/>
            </a:xfrm>
            <a:custGeom>
              <a:avLst/>
              <a:gdLst/>
              <a:ahLst/>
              <a:cxnLst/>
              <a:rect l="l" t="t" r="r" b="b"/>
              <a:pathLst>
                <a:path w="5373370" h="6327140">
                  <a:moveTo>
                    <a:pt x="1908810" y="6327140"/>
                  </a:moveTo>
                  <a:lnTo>
                    <a:pt x="346710" y="6327140"/>
                  </a:lnTo>
                  <a:lnTo>
                    <a:pt x="346710" y="6090920"/>
                  </a:lnTo>
                  <a:lnTo>
                    <a:pt x="1908810" y="6090920"/>
                  </a:lnTo>
                  <a:lnTo>
                    <a:pt x="1908810" y="6327140"/>
                  </a:lnTo>
                  <a:close/>
                  <a:moveTo>
                    <a:pt x="5373370" y="0"/>
                  </a:moveTo>
                  <a:lnTo>
                    <a:pt x="0" y="0"/>
                  </a:lnTo>
                  <a:lnTo>
                    <a:pt x="0" y="459740"/>
                  </a:lnTo>
                  <a:lnTo>
                    <a:pt x="5372100" y="459740"/>
                  </a:lnTo>
                  <a:lnTo>
                    <a:pt x="5372100" y="0"/>
                  </a:lnTo>
                  <a:lnTo>
                    <a:pt x="5373370" y="0"/>
                  </a:lnTo>
                  <a:close/>
                </a:path>
              </a:pathLst>
            </a:custGeom>
            <a:solidFill>
              <a:srgbClr val="07AD4D"/>
            </a:solidFill>
          </p:spPr>
          <p:txBody>
            <a:bodyPr/>
            <a:lstStyle/>
            <a:p>
              <a:endParaRPr lang="en-US"/>
            </a:p>
          </p:txBody>
        </p:sp>
        <p:sp>
          <p:nvSpPr>
            <p:cNvPr id="6" name="Freeform 6"/>
            <p:cNvSpPr/>
            <p:nvPr/>
          </p:nvSpPr>
          <p:spPr>
            <a:xfrm>
              <a:off x="198120" y="160020"/>
              <a:ext cx="650240" cy="162560"/>
            </a:xfrm>
            <a:custGeom>
              <a:avLst/>
              <a:gdLst/>
              <a:ahLst/>
              <a:cxnLst/>
              <a:rect l="l" t="t" r="r" b="b"/>
              <a:pathLst>
                <a:path w="650240" h="162560">
                  <a:moveTo>
                    <a:pt x="162560" y="81280"/>
                  </a:moveTo>
                  <a:cubicBezTo>
                    <a:pt x="162560" y="125730"/>
                    <a:pt x="125730" y="162560"/>
                    <a:pt x="81280" y="162560"/>
                  </a:cubicBezTo>
                  <a:cubicBezTo>
                    <a:pt x="36830" y="162560"/>
                    <a:pt x="0" y="125730"/>
                    <a:pt x="0" y="81280"/>
                  </a:cubicBezTo>
                  <a:cubicBezTo>
                    <a:pt x="0" y="36830"/>
                    <a:pt x="36830" y="0"/>
                    <a:pt x="81280" y="0"/>
                  </a:cubicBezTo>
                  <a:cubicBezTo>
                    <a:pt x="125730" y="0"/>
                    <a:pt x="162560" y="36830"/>
                    <a:pt x="162560" y="81280"/>
                  </a:cubicBezTo>
                  <a:close/>
                  <a:moveTo>
                    <a:pt x="650240" y="81280"/>
                  </a:moveTo>
                  <a:cubicBezTo>
                    <a:pt x="650240" y="125730"/>
                    <a:pt x="613410" y="162560"/>
                    <a:pt x="568960" y="162560"/>
                  </a:cubicBezTo>
                  <a:cubicBezTo>
                    <a:pt x="524510" y="162560"/>
                    <a:pt x="487680" y="125730"/>
                    <a:pt x="487680" y="81280"/>
                  </a:cubicBezTo>
                  <a:cubicBezTo>
                    <a:pt x="487680" y="36830"/>
                    <a:pt x="524510" y="0"/>
                    <a:pt x="568960" y="0"/>
                  </a:cubicBezTo>
                  <a:cubicBezTo>
                    <a:pt x="614680" y="0"/>
                    <a:pt x="650240" y="36830"/>
                    <a:pt x="650240" y="81280"/>
                  </a:cubicBezTo>
                  <a:close/>
                  <a:moveTo>
                    <a:pt x="406400" y="81280"/>
                  </a:moveTo>
                  <a:cubicBezTo>
                    <a:pt x="406400" y="125730"/>
                    <a:pt x="369570" y="162560"/>
                    <a:pt x="325120" y="162560"/>
                  </a:cubicBezTo>
                  <a:cubicBezTo>
                    <a:pt x="280670" y="162560"/>
                    <a:pt x="243840" y="125730"/>
                    <a:pt x="243840" y="81280"/>
                  </a:cubicBezTo>
                  <a:cubicBezTo>
                    <a:pt x="243840" y="36830"/>
                    <a:pt x="280670" y="0"/>
                    <a:pt x="325120" y="0"/>
                  </a:cubicBezTo>
                  <a:cubicBezTo>
                    <a:pt x="369570" y="0"/>
                    <a:pt x="406400" y="36830"/>
                    <a:pt x="406400" y="81280"/>
                  </a:cubicBezTo>
                  <a:close/>
                </a:path>
              </a:pathLst>
            </a:custGeom>
            <a:solidFill>
              <a:srgbClr val="FFFFFF"/>
            </a:solidFill>
          </p:spPr>
          <p:txBody>
            <a:bodyPr/>
            <a:lstStyle/>
            <a:p>
              <a:endParaRPr lang="en-US"/>
            </a:p>
          </p:txBody>
        </p:sp>
        <p:sp>
          <p:nvSpPr>
            <p:cNvPr id="7" name="Freeform 7"/>
            <p:cNvSpPr/>
            <p:nvPr/>
          </p:nvSpPr>
          <p:spPr>
            <a:xfrm>
              <a:off x="71120" y="6151880"/>
              <a:ext cx="5253990" cy="134620"/>
            </a:xfrm>
            <a:custGeom>
              <a:avLst/>
              <a:gdLst/>
              <a:ahLst/>
              <a:cxnLst/>
              <a:rect l="l" t="t" r="r" b="b"/>
              <a:pathLst>
                <a:path w="5253990" h="134620">
                  <a:moveTo>
                    <a:pt x="116840" y="0"/>
                  </a:moveTo>
                  <a:lnTo>
                    <a:pt x="116840" y="134620"/>
                  </a:lnTo>
                  <a:lnTo>
                    <a:pt x="0" y="67310"/>
                  </a:lnTo>
                  <a:lnTo>
                    <a:pt x="116840" y="0"/>
                  </a:lnTo>
                  <a:close/>
                  <a:moveTo>
                    <a:pt x="5137150" y="0"/>
                  </a:moveTo>
                  <a:lnTo>
                    <a:pt x="5137150" y="134620"/>
                  </a:lnTo>
                  <a:lnTo>
                    <a:pt x="5253990" y="67310"/>
                  </a:lnTo>
                  <a:lnTo>
                    <a:pt x="5137150" y="0"/>
                  </a:lnTo>
                  <a:close/>
                </a:path>
              </a:pathLst>
            </a:custGeom>
            <a:solidFill>
              <a:srgbClr val="000000"/>
            </a:solidFill>
          </p:spPr>
          <p:txBody>
            <a:bodyPr/>
            <a:lstStyle/>
            <a:p>
              <a:endParaRPr lang="en-US"/>
            </a:p>
          </p:txBody>
        </p:sp>
        <p:sp>
          <p:nvSpPr>
            <p:cNvPr id="8" name="Freeform 8"/>
            <p:cNvSpPr/>
            <p:nvPr/>
          </p:nvSpPr>
          <p:spPr>
            <a:xfrm>
              <a:off x="0" y="0"/>
              <a:ext cx="5396230" cy="6348730"/>
            </a:xfrm>
            <a:custGeom>
              <a:avLst/>
              <a:gdLst/>
              <a:ahLst/>
              <a:cxnLst/>
              <a:rect l="l" t="t" r="r" b="b"/>
              <a:pathLst>
                <a:path w="5396230" h="6348730">
                  <a:moveTo>
                    <a:pt x="5384800" y="0"/>
                  </a:moveTo>
                  <a:lnTo>
                    <a:pt x="11430" y="0"/>
                  </a:lnTo>
                  <a:cubicBezTo>
                    <a:pt x="5080" y="0"/>
                    <a:pt x="0" y="5080"/>
                    <a:pt x="0" y="11430"/>
                  </a:cubicBezTo>
                  <a:lnTo>
                    <a:pt x="0" y="471170"/>
                  </a:lnTo>
                  <a:lnTo>
                    <a:pt x="0" y="6101080"/>
                  </a:lnTo>
                  <a:lnTo>
                    <a:pt x="0" y="6337300"/>
                  </a:lnTo>
                  <a:cubicBezTo>
                    <a:pt x="0" y="6343650"/>
                    <a:pt x="5080" y="6348730"/>
                    <a:pt x="11430" y="6348730"/>
                  </a:cubicBezTo>
                  <a:lnTo>
                    <a:pt x="247650" y="6348730"/>
                  </a:lnTo>
                  <a:lnTo>
                    <a:pt x="356870" y="6348730"/>
                  </a:lnTo>
                  <a:lnTo>
                    <a:pt x="1918970" y="6348730"/>
                  </a:lnTo>
                  <a:lnTo>
                    <a:pt x="5146040" y="6348730"/>
                  </a:lnTo>
                  <a:lnTo>
                    <a:pt x="5384800" y="6348730"/>
                  </a:lnTo>
                  <a:cubicBezTo>
                    <a:pt x="5391150" y="6348730"/>
                    <a:pt x="5396230" y="6343650"/>
                    <a:pt x="5396230" y="6337300"/>
                  </a:cubicBezTo>
                  <a:lnTo>
                    <a:pt x="5396230" y="6101080"/>
                  </a:lnTo>
                  <a:lnTo>
                    <a:pt x="5396230" y="471170"/>
                  </a:lnTo>
                  <a:lnTo>
                    <a:pt x="5396230" y="11430"/>
                  </a:lnTo>
                  <a:cubicBezTo>
                    <a:pt x="5396230" y="5080"/>
                    <a:pt x="5391150" y="0"/>
                    <a:pt x="5384800" y="0"/>
                  </a:cubicBezTo>
                  <a:close/>
                  <a:moveTo>
                    <a:pt x="5135880" y="6113780"/>
                  </a:moveTo>
                  <a:lnTo>
                    <a:pt x="5135880" y="6327140"/>
                  </a:lnTo>
                  <a:lnTo>
                    <a:pt x="1931670" y="6327140"/>
                  </a:lnTo>
                  <a:lnTo>
                    <a:pt x="1931670" y="6113780"/>
                  </a:lnTo>
                  <a:lnTo>
                    <a:pt x="5135880" y="6113780"/>
                  </a:lnTo>
                  <a:close/>
                  <a:moveTo>
                    <a:pt x="1920240" y="6089650"/>
                  </a:moveTo>
                  <a:lnTo>
                    <a:pt x="358140" y="6089650"/>
                  </a:lnTo>
                  <a:lnTo>
                    <a:pt x="248920" y="6089650"/>
                  </a:lnTo>
                  <a:lnTo>
                    <a:pt x="22860" y="6089650"/>
                  </a:lnTo>
                  <a:lnTo>
                    <a:pt x="22860" y="482600"/>
                  </a:lnTo>
                  <a:lnTo>
                    <a:pt x="5372100" y="482600"/>
                  </a:lnTo>
                  <a:lnTo>
                    <a:pt x="5372100" y="6089650"/>
                  </a:lnTo>
                  <a:lnTo>
                    <a:pt x="5147310" y="6089650"/>
                  </a:lnTo>
                  <a:lnTo>
                    <a:pt x="1920240" y="6089650"/>
                  </a:lnTo>
                  <a:close/>
                  <a:moveTo>
                    <a:pt x="346710" y="6113780"/>
                  </a:moveTo>
                  <a:lnTo>
                    <a:pt x="346710" y="6327140"/>
                  </a:lnTo>
                  <a:lnTo>
                    <a:pt x="260350" y="6327140"/>
                  </a:lnTo>
                  <a:lnTo>
                    <a:pt x="260350" y="6113780"/>
                  </a:lnTo>
                  <a:lnTo>
                    <a:pt x="346710" y="6113780"/>
                  </a:lnTo>
                  <a:close/>
                  <a:moveTo>
                    <a:pt x="22860" y="22860"/>
                  </a:moveTo>
                  <a:lnTo>
                    <a:pt x="5372100" y="22860"/>
                  </a:lnTo>
                  <a:lnTo>
                    <a:pt x="5372100" y="458470"/>
                  </a:lnTo>
                  <a:lnTo>
                    <a:pt x="22860" y="458470"/>
                  </a:lnTo>
                  <a:lnTo>
                    <a:pt x="22860" y="22860"/>
                  </a:lnTo>
                  <a:close/>
                  <a:moveTo>
                    <a:pt x="22860" y="6327140"/>
                  </a:moveTo>
                  <a:lnTo>
                    <a:pt x="22860" y="6113780"/>
                  </a:lnTo>
                  <a:lnTo>
                    <a:pt x="236220" y="6113780"/>
                  </a:lnTo>
                  <a:lnTo>
                    <a:pt x="236220" y="6327140"/>
                  </a:lnTo>
                  <a:lnTo>
                    <a:pt x="22860" y="6327140"/>
                  </a:lnTo>
                  <a:close/>
                  <a:moveTo>
                    <a:pt x="369570" y="6327140"/>
                  </a:moveTo>
                  <a:lnTo>
                    <a:pt x="369570" y="6113780"/>
                  </a:lnTo>
                  <a:lnTo>
                    <a:pt x="1908810" y="6113780"/>
                  </a:lnTo>
                  <a:lnTo>
                    <a:pt x="1908810" y="6327140"/>
                  </a:lnTo>
                  <a:lnTo>
                    <a:pt x="369570" y="6327140"/>
                  </a:lnTo>
                  <a:close/>
                  <a:moveTo>
                    <a:pt x="5372100" y="6327140"/>
                  </a:moveTo>
                  <a:lnTo>
                    <a:pt x="5158740" y="6327140"/>
                  </a:lnTo>
                  <a:lnTo>
                    <a:pt x="5158740" y="6113780"/>
                  </a:lnTo>
                  <a:lnTo>
                    <a:pt x="5372100" y="6113780"/>
                  </a:lnTo>
                  <a:lnTo>
                    <a:pt x="5372100" y="6327140"/>
                  </a:lnTo>
                  <a:close/>
                  <a:moveTo>
                    <a:pt x="279400" y="148590"/>
                  </a:moveTo>
                  <a:cubicBezTo>
                    <a:pt x="228600" y="148590"/>
                    <a:pt x="186690" y="190500"/>
                    <a:pt x="186690" y="241300"/>
                  </a:cubicBezTo>
                  <a:cubicBezTo>
                    <a:pt x="186690" y="292100"/>
                    <a:pt x="228600" y="334010"/>
                    <a:pt x="279400" y="334010"/>
                  </a:cubicBezTo>
                  <a:cubicBezTo>
                    <a:pt x="330200" y="334010"/>
                    <a:pt x="372110" y="292100"/>
                    <a:pt x="372110" y="241300"/>
                  </a:cubicBezTo>
                  <a:cubicBezTo>
                    <a:pt x="372110" y="190500"/>
                    <a:pt x="330200" y="148590"/>
                    <a:pt x="279400" y="148590"/>
                  </a:cubicBezTo>
                  <a:close/>
                  <a:moveTo>
                    <a:pt x="279400" y="311150"/>
                  </a:moveTo>
                  <a:cubicBezTo>
                    <a:pt x="241300" y="311150"/>
                    <a:pt x="209550" y="280670"/>
                    <a:pt x="209550" y="241300"/>
                  </a:cubicBezTo>
                  <a:cubicBezTo>
                    <a:pt x="209550" y="201930"/>
                    <a:pt x="240030" y="171450"/>
                    <a:pt x="279400" y="171450"/>
                  </a:cubicBezTo>
                  <a:cubicBezTo>
                    <a:pt x="318770" y="171450"/>
                    <a:pt x="349250" y="201930"/>
                    <a:pt x="349250" y="241300"/>
                  </a:cubicBezTo>
                  <a:cubicBezTo>
                    <a:pt x="349250" y="280670"/>
                    <a:pt x="317500" y="311150"/>
                    <a:pt x="279400" y="311150"/>
                  </a:cubicBezTo>
                  <a:close/>
                  <a:moveTo>
                    <a:pt x="523240" y="148590"/>
                  </a:moveTo>
                  <a:cubicBezTo>
                    <a:pt x="472440" y="148590"/>
                    <a:pt x="430530" y="190500"/>
                    <a:pt x="430530" y="241300"/>
                  </a:cubicBezTo>
                  <a:cubicBezTo>
                    <a:pt x="430530" y="292100"/>
                    <a:pt x="472440" y="334010"/>
                    <a:pt x="523240" y="334010"/>
                  </a:cubicBezTo>
                  <a:cubicBezTo>
                    <a:pt x="574040" y="334010"/>
                    <a:pt x="615950" y="292100"/>
                    <a:pt x="615950" y="241300"/>
                  </a:cubicBezTo>
                  <a:cubicBezTo>
                    <a:pt x="615950" y="190500"/>
                    <a:pt x="574040" y="148590"/>
                    <a:pt x="523240" y="148590"/>
                  </a:cubicBezTo>
                  <a:close/>
                  <a:moveTo>
                    <a:pt x="523240" y="311150"/>
                  </a:moveTo>
                  <a:cubicBezTo>
                    <a:pt x="485140" y="311150"/>
                    <a:pt x="453390" y="280670"/>
                    <a:pt x="453390" y="241300"/>
                  </a:cubicBezTo>
                  <a:cubicBezTo>
                    <a:pt x="453390" y="201930"/>
                    <a:pt x="483870" y="171450"/>
                    <a:pt x="523240" y="171450"/>
                  </a:cubicBezTo>
                  <a:cubicBezTo>
                    <a:pt x="562610" y="171450"/>
                    <a:pt x="593090" y="201930"/>
                    <a:pt x="593090" y="241300"/>
                  </a:cubicBezTo>
                  <a:cubicBezTo>
                    <a:pt x="593090" y="280670"/>
                    <a:pt x="561340" y="311150"/>
                    <a:pt x="523240" y="311150"/>
                  </a:cubicBezTo>
                  <a:close/>
                  <a:moveTo>
                    <a:pt x="767080" y="148590"/>
                  </a:moveTo>
                  <a:cubicBezTo>
                    <a:pt x="716280" y="148590"/>
                    <a:pt x="674370" y="190500"/>
                    <a:pt x="674370" y="241300"/>
                  </a:cubicBezTo>
                  <a:cubicBezTo>
                    <a:pt x="674370" y="292100"/>
                    <a:pt x="716280" y="334010"/>
                    <a:pt x="767080" y="334010"/>
                  </a:cubicBezTo>
                  <a:cubicBezTo>
                    <a:pt x="817880" y="334010"/>
                    <a:pt x="859790" y="292100"/>
                    <a:pt x="859790" y="241300"/>
                  </a:cubicBezTo>
                  <a:cubicBezTo>
                    <a:pt x="859790" y="190500"/>
                    <a:pt x="819150" y="148590"/>
                    <a:pt x="767080" y="148590"/>
                  </a:cubicBezTo>
                  <a:close/>
                  <a:moveTo>
                    <a:pt x="767080" y="311150"/>
                  </a:moveTo>
                  <a:cubicBezTo>
                    <a:pt x="728980" y="311150"/>
                    <a:pt x="697230" y="280670"/>
                    <a:pt x="697230" y="241300"/>
                  </a:cubicBezTo>
                  <a:cubicBezTo>
                    <a:pt x="697230" y="201930"/>
                    <a:pt x="727710" y="171450"/>
                    <a:pt x="767080" y="171450"/>
                  </a:cubicBezTo>
                  <a:cubicBezTo>
                    <a:pt x="805180" y="171450"/>
                    <a:pt x="836930" y="201930"/>
                    <a:pt x="836930" y="241300"/>
                  </a:cubicBezTo>
                  <a:cubicBezTo>
                    <a:pt x="836930" y="280670"/>
                    <a:pt x="806450" y="311150"/>
                    <a:pt x="767080" y="311150"/>
                  </a:cubicBezTo>
                  <a:close/>
                </a:path>
              </a:pathLst>
            </a:custGeom>
            <a:solidFill>
              <a:srgbClr val="000000"/>
            </a:solidFill>
          </p:spPr>
          <p:txBody>
            <a:bodyPr/>
            <a:lstStyle/>
            <a:p>
              <a:endParaRPr lang="en-US"/>
            </a:p>
          </p:txBody>
        </p:sp>
      </p:grpSp>
      <p:grpSp>
        <p:nvGrpSpPr>
          <p:cNvPr id="9" name="Group 9"/>
          <p:cNvGrpSpPr>
            <a:grpSpLocks noChangeAspect="1"/>
          </p:cNvGrpSpPr>
          <p:nvPr/>
        </p:nvGrpSpPr>
        <p:grpSpPr>
          <a:xfrm>
            <a:off x="12444705" y="1609221"/>
            <a:ext cx="5508136" cy="6481685"/>
            <a:chOff x="0" y="0"/>
            <a:chExt cx="5396230" cy="6350000"/>
          </a:xfrm>
        </p:grpSpPr>
        <p:sp>
          <p:nvSpPr>
            <p:cNvPr id="10" name="Freeform 10"/>
            <p:cNvSpPr/>
            <p:nvPr/>
          </p:nvSpPr>
          <p:spPr>
            <a:xfrm>
              <a:off x="11430" y="11430"/>
              <a:ext cx="5373370" cy="6327140"/>
            </a:xfrm>
            <a:custGeom>
              <a:avLst/>
              <a:gdLst/>
              <a:ahLst/>
              <a:cxnLst/>
              <a:rect l="l" t="t" r="r" b="b"/>
              <a:pathLst>
                <a:path w="5373370" h="6327140">
                  <a:moveTo>
                    <a:pt x="5372100" y="661670"/>
                  </a:moveTo>
                  <a:lnTo>
                    <a:pt x="5372100" y="890270"/>
                  </a:lnTo>
                  <a:moveTo>
                    <a:pt x="5372100" y="890270"/>
                  </a:moveTo>
                  <a:lnTo>
                    <a:pt x="5372100" y="6327140"/>
                  </a:lnTo>
                  <a:lnTo>
                    <a:pt x="5373370" y="6327140"/>
                  </a:lnTo>
                  <a:lnTo>
                    <a:pt x="0" y="6327140"/>
                  </a:lnTo>
                  <a:lnTo>
                    <a:pt x="0" y="0"/>
                  </a:lnTo>
                  <a:lnTo>
                    <a:pt x="5372100" y="0"/>
                  </a:lnTo>
                  <a:lnTo>
                    <a:pt x="5372100" y="661670"/>
                  </a:lnTo>
                </a:path>
              </a:pathLst>
            </a:custGeom>
            <a:solidFill>
              <a:srgbClr val="FFFFFF"/>
            </a:solidFill>
            <a:ln w="12700">
              <a:solidFill>
                <a:srgbClr val="000000"/>
              </a:solidFill>
            </a:ln>
          </p:spPr>
          <p:txBody>
            <a:bodyPr/>
            <a:lstStyle/>
            <a:p>
              <a:endParaRPr lang="en-US"/>
            </a:p>
          </p:txBody>
        </p:sp>
        <p:sp>
          <p:nvSpPr>
            <p:cNvPr id="11" name="Freeform 11"/>
            <p:cNvSpPr/>
            <p:nvPr/>
          </p:nvSpPr>
          <p:spPr>
            <a:xfrm>
              <a:off x="11430" y="6102350"/>
              <a:ext cx="5373370" cy="236220"/>
            </a:xfrm>
            <a:custGeom>
              <a:avLst/>
              <a:gdLst/>
              <a:ahLst/>
              <a:cxnLst/>
              <a:rect l="l" t="t" r="r" b="b"/>
              <a:pathLst>
                <a:path w="5373370" h="236220">
                  <a:moveTo>
                    <a:pt x="4269740" y="0"/>
                  </a:moveTo>
                  <a:lnTo>
                    <a:pt x="5372100" y="0"/>
                  </a:lnTo>
                  <a:lnTo>
                    <a:pt x="5372100" y="236220"/>
                  </a:lnTo>
                  <a:lnTo>
                    <a:pt x="5373370" y="236220"/>
                  </a:lnTo>
                  <a:lnTo>
                    <a:pt x="0" y="236220"/>
                  </a:lnTo>
                  <a:lnTo>
                    <a:pt x="0" y="0"/>
                  </a:lnTo>
                  <a:lnTo>
                    <a:pt x="4206240" y="0"/>
                  </a:lnTo>
                  <a:moveTo>
                    <a:pt x="4206240" y="0"/>
                  </a:moveTo>
                  <a:lnTo>
                    <a:pt x="4268470" y="0"/>
                  </a:lnTo>
                </a:path>
              </a:pathLst>
            </a:custGeom>
            <a:solidFill>
              <a:srgbClr val="FFFFFF"/>
            </a:solidFill>
          </p:spPr>
          <p:txBody>
            <a:bodyPr/>
            <a:lstStyle/>
            <a:p>
              <a:endParaRPr lang="en-US"/>
            </a:p>
          </p:txBody>
        </p:sp>
        <p:sp>
          <p:nvSpPr>
            <p:cNvPr id="12" name="Freeform 12"/>
            <p:cNvSpPr/>
            <p:nvPr/>
          </p:nvSpPr>
          <p:spPr>
            <a:xfrm>
              <a:off x="11430" y="11430"/>
              <a:ext cx="5373370" cy="6327140"/>
            </a:xfrm>
            <a:custGeom>
              <a:avLst/>
              <a:gdLst/>
              <a:ahLst/>
              <a:cxnLst/>
              <a:rect l="l" t="t" r="r" b="b"/>
              <a:pathLst>
                <a:path w="5373370" h="6327140">
                  <a:moveTo>
                    <a:pt x="1908810" y="6327140"/>
                  </a:moveTo>
                  <a:lnTo>
                    <a:pt x="346710" y="6327140"/>
                  </a:lnTo>
                  <a:lnTo>
                    <a:pt x="346710" y="6090920"/>
                  </a:lnTo>
                  <a:lnTo>
                    <a:pt x="1908810" y="6090920"/>
                  </a:lnTo>
                  <a:lnTo>
                    <a:pt x="1908810" y="6327140"/>
                  </a:lnTo>
                  <a:close/>
                  <a:moveTo>
                    <a:pt x="5373370" y="0"/>
                  </a:moveTo>
                  <a:lnTo>
                    <a:pt x="0" y="0"/>
                  </a:lnTo>
                  <a:lnTo>
                    <a:pt x="0" y="459740"/>
                  </a:lnTo>
                  <a:lnTo>
                    <a:pt x="5372100" y="459740"/>
                  </a:lnTo>
                  <a:lnTo>
                    <a:pt x="5372100" y="0"/>
                  </a:lnTo>
                  <a:lnTo>
                    <a:pt x="5373370" y="0"/>
                  </a:lnTo>
                  <a:close/>
                </a:path>
              </a:pathLst>
            </a:custGeom>
            <a:solidFill>
              <a:srgbClr val="F85523"/>
            </a:solidFill>
          </p:spPr>
          <p:txBody>
            <a:bodyPr/>
            <a:lstStyle/>
            <a:p>
              <a:endParaRPr lang="en-US"/>
            </a:p>
          </p:txBody>
        </p:sp>
        <p:sp>
          <p:nvSpPr>
            <p:cNvPr id="13" name="Freeform 13"/>
            <p:cNvSpPr/>
            <p:nvPr/>
          </p:nvSpPr>
          <p:spPr>
            <a:xfrm>
              <a:off x="198120" y="160020"/>
              <a:ext cx="650240" cy="162560"/>
            </a:xfrm>
            <a:custGeom>
              <a:avLst/>
              <a:gdLst/>
              <a:ahLst/>
              <a:cxnLst/>
              <a:rect l="l" t="t" r="r" b="b"/>
              <a:pathLst>
                <a:path w="650240" h="162560">
                  <a:moveTo>
                    <a:pt x="162560" y="81280"/>
                  </a:moveTo>
                  <a:cubicBezTo>
                    <a:pt x="162560" y="125730"/>
                    <a:pt x="125730" y="162560"/>
                    <a:pt x="81280" y="162560"/>
                  </a:cubicBezTo>
                  <a:cubicBezTo>
                    <a:pt x="36830" y="162560"/>
                    <a:pt x="0" y="125730"/>
                    <a:pt x="0" y="81280"/>
                  </a:cubicBezTo>
                  <a:cubicBezTo>
                    <a:pt x="0" y="36830"/>
                    <a:pt x="36830" y="0"/>
                    <a:pt x="81280" y="0"/>
                  </a:cubicBezTo>
                  <a:cubicBezTo>
                    <a:pt x="125730" y="0"/>
                    <a:pt x="162560" y="36830"/>
                    <a:pt x="162560" y="81280"/>
                  </a:cubicBezTo>
                  <a:close/>
                  <a:moveTo>
                    <a:pt x="650240" y="81280"/>
                  </a:moveTo>
                  <a:cubicBezTo>
                    <a:pt x="650240" y="125730"/>
                    <a:pt x="613410" y="162560"/>
                    <a:pt x="568960" y="162560"/>
                  </a:cubicBezTo>
                  <a:cubicBezTo>
                    <a:pt x="524510" y="162560"/>
                    <a:pt x="487680" y="125730"/>
                    <a:pt x="487680" y="81280"/>
                  </a:cubicBezTo>
                  <a:cubicBezTo>
                    <a:pt x="487680" y="36830"/>
                    <a:pt x="524510" y="0"/>
                    <a:pt x="568960" y="0"/>
                  </a:cubicBezTo>
                  <a:cubicBezTo>
                    <a:pt x="614680" y="0"/>
                    <a:pt x="650240" y="36830"/>
                    <a:pt x="650240" y="81280"/>
                  </a:cubicBezTo>
                  <a:close/>
                  <a:moveTo>
                    <a:pt x="406400" y="81280"/>
                  </a:moveTo>
                  <a:cubicBezTo>
                    <a:pt x="406400" y="125730"/>
                    <a:pt x="369570" y="162560"/>
                    <a:pt x="325120" y="162560"/>
                  </a:cubicBezTo>
                  <a:cubicBezTo>
                    <a:pt x="280670" y="162560"/>
                    <a:pt x="243840" y="125730"/>
                    <a:pt x="243840" y="81280"/>
                  </a:cubicBezTo>
                  <a:cubicBezTo>
                    <a:pt x="243840" y="36830"/>
                    <a:pt x="280670" y="0"/>
                    <a:pt x="325120" y="0"/>
                  </a:cubicBezTo>
                  <a:cubicBezTo>
                    <a:pt x="369570" y="0"/>
                    <a:pt x="406400" y="36830"/>
                    <a:pt x="406400" y="81280"/>
                  </a:cubicBezTo>
                  <a:close/>
                </a:path>
              </a:pathLst>
            </a:custGeom>
            <a:solidFill>
              <a:srgbClr val="FFFFFF"/>
            </a:solidFill>
          </p:spPr>
          <p:txBody>
            <a:bodyPr/>
            <a:lstStyle/>
            <a:p>
              <a:endParaRPr lang="en-US"/>
            </a:p>
          </p:txBody>
        </p:sp>
        <p:sp>
          <p:nvSpPr>
            <p:cNvPr id="14" name="Freeform 14"/>
            <p:cNvSpPr/>
            <p:nvPr/>
          </p:nvSpPr>
          <p:spPr>
            <a:xfrm>
              <a:off x="71120" y="6151880"/>
              <a:ext cx="5253990" cy="134620"/>
            </a:xfrm>
            <a:custGeom>
              <a:avLst/>
              <a:gdLst/>
              <a:ahLst/>
              <a:cxnLst/>
              <a:rect l="l" t="t" r="r" b="b"/>
              <a:pathLst>
                <a:path w="5253990" h="134620">
                  <a:moveTo>
                    <a:pt x="116840" y="0"/>
                  </a:moveTo>
                  <a:lnTo>
                    <a:pt x="116840" y="134620"/>
                  </a:lnTo>
                  <a:lnTo>
                    <a:pt x="0" y="67310"/>
                  </a:lnTo>
                  <a:lnTo>
                    <a:pt x="116840" y="0"/>
                  </a:lnTo>
                  <a:close/>
                  <a:moveTo>
                    <a:pt x="5137150" y="0"/>
                  </a:moveTo>
                  <a:lnTo>
                    <a:pt x="5137150" y="134620"/>
                  </a:lnTo>
                  <a:lnTo>
                    <a:pt x="5253990" y="67310"/>
                  </a:lnTo>
                  <a:lnTo>
                    <a:pt x="5137150" y="0"/>
                  </a:lnTo>
                  <a:close/>
                </a:path>
              </a:pathLst>
            </a:custGeom>
            <a:solidFill>
              <a:srgbClr val="000000"/>
            </a:solidFill>
          </p:spPr>
          <p:txBody>
            <a:bodyPr/>
            <a:lstStyle/>
            <a:p>
              <a:endParaRPr lang="en-US"/>
            </a:p>
          </p:txBody>
        </p:sp>
        <p:sp>
          <p:nvSpPr>
            <p:cNvPr id="15" name="Freeform 15"/>
            <p:cNvSpPr/>
            <p:nvPr/>
          </p:nvSpPr>
          <p:spPr>
            <a:xfrm>
              <a:off x="0" y="0"/>
              <a:ext cx="5396230" cy="6348730"/>
            </a:xfrm>
            <a:custGeom>
              <a:avLst/>
              <a:gdLst/>
              <a:ahLst/>
              <a:cxnLst/>
              <a:rect l="l" t="t" r="r" b="b"/>
              <a:pathLst>
                <a:path w="5396230" h="6348730">
                  <a:moveTo>
                    <a:pt x="5384800" y="0"/>
                  </a:moveTo>
                  <a:lnTo>
                    <a:pt x="11430" y="0"/>
                  </a:lnTo>
                  <a:cubicBezTo>
                    <a:pt x="5080" y="0"/>
                    <a:pt x="0" y="5080"/>
                    <a:pt x="0" y="11430"/>
                  </a:cubicBezTo>
                  <a:lnTo>
                    <a:pt x="0" y="471170"/>
                  </a:lnTo>
                  <a:lnTo>
                    <a:pt x="0" y="6101080"/>
                  </a:lnTo>
                  <a:lnTo>
                    <a:pt x="0" y="6337300"/>
                  </a:lnTo>
                  <a:cubicBezTo>
                    <a:pt x="0" y="6343650"/>
                    <a:pt x="5080" y="6348730"/>
                    <a:pt x="11430" y="6348730"/>
                  </a:cubicBezTo>
                  <a:lnTo>
                    <a:pt x="247650" y="6348730"/>
                  </a:lnTo>
                  <a:lnTo>
                    <a:pt x="356870" y="6348730"/>
                  </a:lnTo>
                  <a:lnTo>
                    <a:pt x="1918970" y="6348730"/>
                  </a:lnTo>
                  <a:lnTo>
                    <a:pt x="5146040" y="6348730"/>
                  </a:lnTo>
                  <a:lnTo>
                    <a:pt x="5384800" y="6348730"/>
                  </a:lnTo>
                  <a:cubicBezTo>
                    <a:pt x="5391150" y="6348730"/>
                    <a:pt x="5396230" y="6343650"/>
                    <a:pt x="5396230" y="6337300"/>
                  </a:cubicBezTo>
                  <a:lnTo>
                    <a:pt x="5396230" y="6101080"/>
                  </a:lnTo>
                  <a:lnTo>
                    <a:pt x="5396230" y="471170"/>
                  </a:lnTo>
                  <a:lnTo>
                    <a:pt x="5396230" y="11430"/>
                  </a:lnTo>
                  <a:cubicBezTo>
                    <a:pt x="5396230" y="5080"/>
                    <a:pt x="5391150" y="0"/>
                    <a:pt x="5384800" y="0"/>
                  </a:cubicBezTo>
                  <a:close/>
                  <a:moveTo>
                    <a:pt x="5135880" y="6113780"/>
                  </a:moveTo>
                  <a:lnTo>
                    <a:pt x="5135880" y="6327140"/>
                  </a:lnTo>
                  <a:lnTo>
                    <a:pt x="1931670" y="6327140"/>
                  </a:lnTo>
                  <a:lnTo>
                    <a:pt x="1931670" y="6113780"/>
                  </a:lnTo>
                  <a:lnTo>
                    <a:pt x="5135880" y="6113780"/>
                  </a:lnTo>
                  <a:close/>
                  <a:moveTo>
                    <a:pt x="1920240" y="6089650"/>
                  </a:moveTo>
                  <a:lnTo>
                    <a:pt x="358140" y="6089650"/>
                  </a:lnTo>
                  <a:lnTo>
                    <a:pt x="248920" y="6089650"/>
                  </a:lnTo>
                  <a:lnTo>
                    <a:pt x="22860" y="6089650"/>
                  </a:lnTo>
                  <a:lnTo>
                    <a:pt x="22860" y="482600"/>
                  </a:lnTo>
                  <a:lnTo>
                    <a:pt x="5372100" y="482600"/>
                  </a:lnTo>
                  <a:lnTo>
                    <a:pt x="5372100" y="6089650"/>
                  </a:lnTo>
                  <a:lnTo>
                    <a:pt x="5147310" y="6089650"/>
                  </a:lnTo>
                  <a:lnTo>
                    <a:pt x="1920240" y="6089650"/>
                  </a:lnTo>
                  <a:close/>
                  <a:moveTo>
                    <a:pt x="346710" y="6113780"/>
                  </a:moveTo>
                  <a:lnTo>
                    <a:pt x="346710" y="6327140"/>
                  </a:lnTo>
                  <a:lnTo>
                    <a:pt x="260350" y="6327140"/>
                  </a:lnTo>
                  <a:lnTo>
                    <a:pt x="260350" y="6113780"/>
                  </a:lnTo>
                  <a:lnTo>
                    <a:pt x="346710" y="6113780"/>
                  </a:lnTo>
                  <a:close/>
                  <a:moveTo>
                    <a:pt x="22860" y="22860"/>
                  </a:moveTo>
                  <a:lnTo>
                    <a:pt x="5372100" y="22860"/>
                  </a:lnTo>
                  <a:lnTo>
                    <a:pt x="5372100" y="458470"/>
                  </a:lnTo>
                  <a:lnTo>
                    <a:pt x="22860" y="458470"/>
                  </a:lnTo>
                  <a:lnTo>
                    <a:pt x="22860" y="22860"/>
                  </a:lnTo>
                  <a:close/>
                  <a:moveTo>
                    <a:pt x="22860" y="6327140"/>
                  </a:moveTo>
                  <a:lnTo>
                    <a:pt x="22860" y="6113780"/>
                  </a:lnTo>
                  <a:lnTo>
                    <a:pt x="236220" y="6113780"/>
                  </a:lnTo>
                  <a:lnTo>
                    <a:pt x="236220" y="6327140"/>
                  </a:lnTo>
                  <a:lnTo>
                    <a:pt x="22860" y="6327140"/>
                  </a:lnTo>
                  <a:close/>
                  <a:moveTo>
                    <a:pt x="369570" y="6327140"/>
                  </a:moveTo>
                  <a:lnTo>
                    <a:pt x="369570" y="6113780"/>
                  </a:lnTo>
                  <a:lnTo>
                    <a:pt x="1908810" y="6113780"/>
                  </a:lnTo>
                  <a:lnTo>
                    <a:pt x="1908810" y="6327140"/>
                  </a:lnTo>
                  <a:lnTo>
                    <a:pt x="369570" y="6327140"/>
                  </a:lnTo>
                  <a:close/>
                  <a:moveTo>
                    <a:pt x="5372100" y="6327140"/>
                  </a:moveTo>
                  <a:lnTo>
                    <a:pt x="5158740" y="6327140"/>
                  </a:lnTo>
                  <a:lnTo>
                    <a:pt x="5158740" y="6113780"/>
                  </a:lnTo>
                  <a:lnTo>
                    <a:pt x="5372100" y="6113780"/>
                  </a:lnTo>
                  <a:lnTo>
                    <a:pt x="5372100" y="6327140"/>
                  </a:lnTo>
                  <a:close/>
                  <a:moveTo>
                    <a:pt x="279400" y="148590"/>
                  </a:moveTo>
                  <a:cubicBezTo>
                    <a:pt x="228600" y="148590"/>
                    <a:pt x="186690" y="190500"/>
                    <a:pt x="186690" y="241300"/>
                  </a:cubicBezTo>
                  <a:cubicBezTo>
                    <a:pt x="186690" y="292100"/>
                    <a:pt x="228600" y="334010"/>
                    <a:pt x="279400" y="334010"/>
                  </a:cubicBezTo>
                  <a:cubicBezTo>
                    <a:pt x="330200" y="334010"/>
                    <a:pt x="372110" y="292100"/>
                    <a:pt x="372110" y="241300"/>
                  </a:cubicBezTo>
                  <a:cubicBezTo>
                    <a:pt x="372110" y="190500"/>
                    <a:pt x="330200" y="148590"/>
                    <a:pt x="279400" y="148590"/>
                  </a:cubicBezTo>
                  <a:close/>
                  <a:moveTo>
                    <a:pt x="279400" y="311150"/>
                  </a:moveTo>
                  <a:cubicBezTo>
                    <a:pt x="241300" y="311150"/>
                    <a:pt x="209550" y="280670"/>
                    <a:pt x="209550" y="241300"/>
                  </a:cubicBezTo>
                  <a:cubicBezTo>
                    <a:pt x="209550" y="201930"/>
                    <a:pt x="240030" y="171450"/>
                    <a:pt x="279400" y="171450"/>
                  </a:cubicBezTo>
                  <a:cubicBezTo>
                    <a:pt x="318770" y="171450"/>
                    <a:pt x="349250" y="201930"/>
                    <a:pt x="349250" y="241300"/>
                  </a:cubicBezTo>
                  <a:cubicBezTo>
                    <a:pt x="349250" y="280670"/>
                    <a:pt x="317500" y="311150"/>
                    <a:pt x="279400" y="311150"/>
                  </a:cubicBezTo>
                  <a:close/>
                  <a:moveTo>
                    <a:pt x="523240" y="148590"/>
                  </a:moveTo>
                  <a:cubicBezTo>
                    <a:pt x="472440" y="148590"/>
                    <a:pt x="430530" y="190500"/>
                    <a:pt x="430530" y="241300"/>
                  </a:cubicBezTo>
                  <a:cubicBezTo>
                    <a:pt x="430530" y="292100"/>
                    <a:pt x="472440" y="334010"/>
                    <a:pt x="523240" y="334010"/>
                  </a:cubicBezTo>
                  <a:cubicBezTo>
                    <a:pt x="574040" y="334010"/>
                    <a:pt x="615950" y="292100"/>
                    <a:pt x="615950" y="241300"/>
                  </a:cubicBezTo>
                  <a:cubicBezTo>
                    <a:pt x="615950" y="190500"/>
                    <a:pt x="574040" y="148590"/>
                    <a:pt x="523240" y="148590"/>
                  </a:cubicBezTo>
                  <a:close/>
                  <a:moveTo>
                    <a:pt x="523240" y="311150"/>
                  </a:moveTo>
                  <a:cubicBezTo>
                    <a:pt x="485140" y="311150"/>
                    <a:pt x="453390" y="280670"/>
                    <a:pt x="453390" y="241300"/>
                  </a:cubicBezTo>
                  <a:cubicBezTo>
                    <a:pt x="453390" y="201930"/>
                    <a:pt x="483870" y="171450"/>
                    <a:pt x="523240" y="171450"/>
                  </a:cubicBezTo>
                  <a:cubicBezTo>
                    <a:pt x="562610" y="171450"/>
                    <a:pt x="593090" y="201930"/>
                    <a:pt x="593090" y="241300"/>
                  </a:cubicBezTo>
                  <a:cubicBezTo>
                    <a:pt x="593090" y="280670"/>
                    <a:pt x="561340" y="311150"/>
                    <a:pt x="523240" y="311150"/>
                  </a:cubicBezTo>
                  <a:close/>
                  <a:moveTo>
                    <a:pt x="767080" y="148590"/>
                  </a:moveTo>
                  <a:cubicBezTo>
                    <a:pt x="716280" y="148590"/>
                    <a:pt x="674370" y="190500"/>
                    <a:pt x="674370" y="241300"/>
                  </a:cubicBezTo>
                  <a:cubicBezTo>
                    <a:pt x="674370" y="292100"/>
                    <a:pt x="716280" y="334010"/>
                    <a:pt x="767080" y="334010"/>
                  </a:cubicBezTo>
                  <a:cubicBezTo>
                    <a:pt x="817880" y="334010"/>
                    <a:pt x="859790" y="292100"/>
                    <a:pt x="859790" y="241300"/>
                  </a:cubicBezTo>
                  <a:cubicBezTo>
                    <a:pt x="859790" y="190500"/>
                    <a:pt x="819150" y="148590"/>
                    <a:pt x="767080" y="148590"/>
                  </a:cubicBezTo>
                  <a:close/>
                  <a:moveTo>
                    <a:pt x="767080" y="311150"/>
                  </a:moveTo>
                  <a:cubicBezTo>
                    <a:pt x="728980" y="311150"/>
                    <a:pt x="697230" y="280670"/>
                    <a:pt x="697230" y="241300"/>
                  </a:cubicBezTo>
                  <a:cubicBezTo>
                    <a:pt x="697230" y="201930"/>
                    <a:pt x="727710" y="171450"/>
                    <a:pt x="767080" y="171450"/>
                  </a:cubicBezTo>
                  <a:cubicBezTo>
                    <a:pt x="805180" y="171450"/>
                    <a:pt x="836930" y="201930"/>
                    <a:pt x="836930" y="241300"/>
                  </a:cubicBezTo>
                  <a:cubicBezTo>
                    <a:pt x="836930" y="280670"/>
                    <a:pt x="806450" y="311150"/>
                    <a:pt x="767080" y="311150"/>
                  </a:cubicBezTo>
                  <a:close/>
                </a:path>
              </a:pathLst>
            </a:custGeom>
            <a:solidFill>
              <a:srgbClr val="000000"/>
            </a:solidFill>
          </p:spPr>
          <p:txBody>
            <a:bodyPr/>
            <a:lstStyle/>
            <a:p>
              <a:endParaRPr lang="en-US"/>
            </a:p>
          </p:txBody>
        </p:sp>
      </p:grpSp>
      <p:grpSp>
        <p:nvGrpSpPr>
          <p:cNvPr id="16" name="Group 16"/>
          <p:cNvGrpSpPr>
            <a:grpSpLocks noChangeAspect="1"/>
          </p:cNvGrpSpPr>
          <p:nvPr/>
        </p:nvGrpSpPr>
        <p:grpSpPr>
          <a:xfrm>
            <a:off x="6324594" y="577806"/>
            <a:ext cx="5508136" cy="6481685"/>
            <a:chOff x="0" y="0"/>
            <a:chExt cx="5396230" cy="6350000"/>
          </a:xfrm>
        </p:grpSpPr>
        <p:sp>
          <p:nvSpPr>
            <p:cNvPr id="17" name="Freeform 17"/>
            <p:cNvSpPr/>
            <p:nvPr/>
          </p:nvSpPr>
          <p:spPr>
            <a:xfrm>
              <a:off x="11430" y="11430"/>
              <a:ext cx="5373370" cy="6327140"/>
            </a:xfrm>
            <a:custGeom>
              <a:avLst/>
              <a:gdLst/>
              <a:ahLst/>
              <a:cxnLst/>
              <a:rect l="l" t="t" r="r" b="b"/>
              <a:pathLst>
                <a:path w="5373370" h="6327140">
                  <a:moveTo>
                    <a:pt x="5372100" y="661670"/>
                  </a:moveTo>
                  <a:lnTo>
                    <a:pt x="5372100" y="890270"/>
                  </a:lnTo>
                  <a:moveTo>
                    <a:pt x="5372100" y="890270"/>
                  </a:moveTo>
                  <a:lnTo>
                    <a:pt x="5372100" y="6327140"/>
                  </a:lnTo>
                  <a:lnTo>
                    <a:pt x="5373370" y="6327140"/>
                  </a:lnTo>
                  <a:lnTo>
                    <a:pt x="0" y="6327140"/>
                  </a:lnTo>
                  <a:lnTo>
                    <a:pt x="0" y="0"/>
                  </a:lnTo>
                  <a:lnTo>
                    <a:pt x="5372100" y="0"/>
                  </a:lnTo>
                  <a:lnTo>
                    <a:pt x="5372100" y="661670"/>
                  </a:lnTo>
                </a:path>
              </a:pathLst>
            </a:custGeom>
            <a:solidFill>
              <a:srgbClr val="FFFFFF"/>
            </a:solidFill>
            <a:ln w="12700">
              <a:solidFill>
                <a:srgbClr val="000000"/>
              </a:solidFill>
            </a:ln>
          </p:spPr>
          <p:txBody>
            <a:bodyPr/>
            <a:lstStyle/>
            <a:p>
              <a:endParaRPr lang="en-US" dirty="0"/>
            </a:p>
          </p:txBody>
        </p:sp>
        <p:sp>
          <p:nvSpPr>
            <p:cNvPr id="18" name="Freeform 18"/>
            <p:cNvSpPr/>
            <p:nvPr/>
          </p:nvSpPr>
          <p:spPr>
            <a:xfrm>
              <a:off x="11430" y="6102350"/>
              <a:ext cx="5373370" cy="236220"/>
            </a:xfrm>
            <a:custGeom>
              <a:avLst/>
              <a:gdLst/>
              <a:ahLst/>
              <a:cxnLst/>
              <a:rect l="l" t="t" r="r" b="b"/>
              <a:pathLst>
                <a:path w="5373370" h="236220">
                  <a:moveTo>
                    <a:pt x="4269740" y="0"/>
                  </a:moveTo>
                  <a:lnTo>
                    <a:pt x="5372100" y="0"/>
                  </a:lnTo>
                  <a:lnTo>
                    <a:pt x="5372100" y="236220"/>
                  </a:lnTo>
                  <a:lnTo>
                    <a:pt x="5373370" y="236220"/>
                  </a:lnTo>
                  <a:lnTo>
                    <a:pt x="0" y="236220"/>
                  </a:lnTo>
                  <a:lnTo>
                    <a:pt x="0" y="0"/>
                  </a:lnTo>
                  <a:lnTo>
                    <a:pt x="4206240" y="0"/>
                  </a:lnTo>
                  <a:moveTo>
                    <a:pt x="4206240" y="0"/>
                  </a:moveTo>
                  <a:lnTo>
                    <a:pt x="4268470" y="0"/>
                  </a:lnTo>
                </a:path>
              </a:pathLst>
            </a:custGeom>
            <a:solidFill>
              <a:srgbClr val="FFFFFF"/>
            </a:solidFill>
          </p:spPr>
          <p:txBody>
            <a:bodyPr/>
            <a:lstStyle/>
            <a:p>
              <a:endParaRPr lang="en-US"/>
            </a:p>
          </p:txBody>
        </p:sp>
        <p:sp>
          <p:nvSpPr>
            <p:cNvPr id="19" name="Freeform 19"/>
            <p:cNvSpPr/>
            <p:nvPr/>
          </p:nvSpPr>
          <p:spPr>
            <a:xfrm>
              <a:off x="11430" y="11430"/>
              <a:ext cx="5373370" cy="6327140"/>
            </a:xfrm>
            <a:custGeom>
              <a:avLst/>
              <a:gdLst/>
              <a:ahLst/>
              <a:cxnLst/>
              <a:rect l="l" t="t" r="r" b="b"/>
              <a:pathLst>
                <a:path w="5373370" h="6327140">
                  <a:moveTo>
                    <a:pt x="1908810" y="6327140"/>
                  </a:moveTo>
                  <a:lnTo>
                    <a:pt x="346710" y="6327140"/>
                  </a:lnTo>
                  <a:lnTo>
                    <a:pt x="346710" y="6090920"/>
                  </a:lnTo>
                  <a:lnTo>
                    <a:pt x="1908810" y="6090920"/>
                  </a:lnTo>
                  <a:lnTo>
                    <a:pt x="1908810" y="6327140"/>
                  </a:lnTo>
                  <a:close/>
                  <a:moveTo>
                    <a:pt x="5373370" y="0"/>
                  </a:moveTo>
                  <a:lnTo>
                    <a:pt x="0" y="0"/>
                  </a:lnTo>
                  <a:lnTo>
                    <a:pt x="0" y="459740"/>
                  </a:lnTo>
                  <a:lnTo>
                    <a:pt x="5372100" y="459740"/>
                  </a:lnTo>
                  <a:lnTo>
                    <a:pt x="5372100" y="0"/>
                  </a:lnTo>
                  <a:lnTo>
                    <a:pt x="5373370" y="0"/>
                  </a:lnTo>
                  <a:close/>
                </a:path>
              </a:pathLst>
            </a:custGeom>
            <a:solidFill>
              <a:srgbClr val="FF97C4"/>
            </a:solidFill>
          </p:spPr>
          <p:txBody>
            <a:bodyPr/>
            <a:lstStyle/>
            <a:p>
              <a:endParaRPr lang="en-US"/>
            </a:p>
          </p:txBody>
        </p:sp>
        <p:sp>
          <p:nvSpPr>
            <p:cNvPr id="20" name="Freeform 20"/>
            <p:cNvSpPr/>
            <p:nvPr/>
          </p:nvSpPr>
          <p:spPr>
            <a:xfrm>
              <a:off x="198120" y="160020"/>
              <a:ext cx="650240" cy="162560"/>
            </a:xfrm>
            <a:custGeom>
              <a:avLst/>
              <a:gdLst/>
              <a:ahLst/>
              <a:cxnLst/>
              <a:rect l="l" t="t" r="r" b="b"/>
              <a:pathLst>
                <a:path w="650240" h="162560">
                  <a:moveTo>
                    <a:pt x="162560" y="81280"/>
                  </a:moveTo>
                  <a:cubicBezTo>
                    <a:pt x="162560" y="125730"/>
                    <a:pt x="125730" y="162560"/>
                    <a:pt x="81280" y="162560"/>
                  </a:cubicBezTo>
                  <a:cubicBezTo>
                    <a:pt x="36830" y="162560"/>
                    <a:pt x="0" y="125730"/>
                    <a:pt x="0" y="81280"/>
                  </a:cubicBezTo>
                  <a:cubicBezTo>
                    <a:pt x="0" y="36830"/>
                    <a:pt x="36830" y="0"/>
                    <a:pt x="81280" y="0"/>
                  </a:cubicBezTo>
                  <a:cubicBezTo>
                    <a:pt x="125730" y="0"/>
                    <a:pt x="162560" y="36830"/>
                    <a:pt x="162560" y="81280"/>
                  </a:cubicBezTo>
                  <a:close/>
                  <a:moveTo>
                    <a:pt x="650240" y="81280"/>
                  </a:moveTo>
                  <a:cubicBezTo>
                    <a:pt x="650240" y="125730"/>
                    <a:pt x="613410" y="162560"/>
                    <a:pt x="568960" y="162560"/>
                  </a:cubicBezTo>
                  <a:cubicBezTo>
                    <a:pt x="524510" y="162560"/>
                    <a:pt x="487680" y="125730"/>
                    <a:pt x="487680" y="81280"/>
                  </a:cubicBezTo>
                  <a:cubicBezTo>
                    <a:pt x="487680" y="36830"/>
                    <a:pt x="524510" y="0"/>
                    <a:pt x="568960" y="0"/>
                  </a:cubicBezTo>
                  <a:cubicBezTo>
                    <a:pt x="614680" y="0"/>
                    <a:pt x="650240" y="36830"/>
                    <a:pt x="650240" y="81280"/>
                  </a:cubicBezTo>
                  <a:close/>
                  <a:moveTo>
                    <a:pt x="406400" y="81280"/>
                  </a:moveTo>
                  <a:cubicBezTo>
                    <a:pt x="406400" y="125730"/>
                    <a:pt x="369570" y="162560"/>
                    <a:pt x="325120" y="162560"/>
                  </a:cubicBezTo>
                  <a:cubicBezTo>
                    <a:pt x="280670" y="162560"/>
                    <a:pt x="243840" y="125730"/>
                    <a:pt x="243840" y="81280"/>
                  </a:cubicBezTo>
                  <a:cubicBezTo>
                    <a:pt x="243840" y="36830"/>
                    <a:pt x="280670" y="0"/>
                    <a:pt x="325120" y="0"/>
                  </a:cubicBezTo>
                  <a:cubicBezTo>
                    <a:pt x="369570" y="0"/>
                    <a:pt x="406400" y="36830"/>
                    <a:pt x="406400" y="81280"/>
                  </a:cubicBezTo>
                  <a:close/>
                </a:path>
              </a:pathLst>
            </a:custGeom>
            <a:solidFill>
              <a:srgbClr val="FFFFFF"/>
            </a:solidFill>
          </p:spPr>
          <p:txBody>
            <a:bodyPr/>
            <a:lstStyle/>
            <a:p>
              <a:endParaRPr lang="en-US"/>
            </a:p>
          </p:txBody>
        </p:sp>
        <p:sp>
          <p:nvSpPr>
            <p:cNvPr id="21" name="Freeform 21"/>
            <p:cNvSpPr/>
            <p:nvPr/>
          </p:nvSpPr>
          <p:spPr>
            <a:xfrm>
              <a:off x="71120" y="6151880"/>
              <a:ext cx="5253990" cy="134620"/>
            </a:xfrm>
            <a:custGeom>
              <a:avLst/>
              <a:gdLst/>
              <a:ahLst/>
              <a:cxnLst/>
              <a:rect l="l" t="t" r="r" b="b"/>
              <a:pathLst>
                <a:path w="5253990" h="134620">
                  <a:moveTo>
                    <a:pt x="116840" y="0"/>
                  </a:moveTo>
                  <a:lnTo>
                    <a:pt x="116840" y="134620"/>
                  </a:lnTo>
                  <a:lnTo>
                    <a:pt x="0" y="67310"/>
                  </a:lnTo>
                  <a:lnTo>
                    <a:pt x="116840" y="0"/>
                  </a:lnTo>
                  <a:close/>
                  <a:moveTo>
                    <a:pt x="5137150" y="0"/>
                  </a:moveTo>
                  <a:lnTo>
                    <a:pt x="5137150" y="134620"/>
                  </a:lnTo>
                  <a:lnTo>
                    <a:pt x="5253990" y="67310"/>
                  </a:lnTo>
                  <a:lnTo>
                    <a:pt x="5137150" y="0"/>
                  </a:lnTo>
                  <a:close/>
                </a:path>
              </a:pathLst>
            </a:custGeom>
            <a:solidFill>
              <a:srgbClr val="000000"/>
            </a:solidFill>
          </p:spPr>
          <p:txBody>
            <a:bodyPr/>
            <a:lstStyle/>
            <a:p>
              <a:endParaRPr lang="en-US"/>
            </a:p>
          </p:txBody>
        </p:sp>
        <p:sp>
          <p:nvSpPr>
            <p:cNvPr id="22" name="Freeform 22"/>
            <p:cNvSpPr/>
            <p:nvPr/>
          </p:nvSpPr>
          <p:spPr>
            <a:xfrm>
              <a:off x="0" y="0"/>
              <a:ext cx="5396230" cy="6348730"/>
            </a:xfrm>
            <a:custGeom>
              <a:avLst/>
              <a:gdLst/>
              <a:ahLst/>
              <a:cxnLst/>
              <a:rect l="l" t="t" r="r" b="b"/>
              <a:pathLst>
                <a:path w="5396230" h="6348730">
                  <a:moveTo>
                    <a:pt x="5384800" y="0"/>
                  </a:moveTo>
                  <a:lnTo>
                    <a:pt x="11430" y="0"/>
                  </a:lnTo>
                  <a:cubicBezTo>
                    <a:pt x="5080" y="0"/>
                    <a:pt x="0" y="5080"/>
                    <a:pt x="0" y="11430"/>
                  </a:cubicBezTo>
                  <a:lnTo>
                    <a:pt x="0" y="471170"/>
                  </a:lnTo>
                  <a:lnTo>
                    <a:pt x="0" y="6101080"/>
                  </a:lnTo>
                  <a:lnTo>
                    <a:pt x="0" y="6337300"/>
                  </a:lnTo>
                  <a:cubicBezTo>
                    <a:pt x="0" y="6343650"/>
                    <a:pt x="5080" y="6348730"/>
                    <a:pt x="11430" y="6348730"/>
                  </a:cubicBezTo>
                  <a:lnTo>
                    <a:pt x="247650" y="6348730"/>
                  </a:lnTo>
                  <a:lnTo>
                    <a:pt x="356870" y="6348730"/>
                  </a:lnTo>
                  <a:lnTo>
                    <a:pt x="1918970" y="6348730"/>
                  </a:lnTo>
                  <a:lnTo>
                    <a:pt x="5146040" y="6348730"/>
                  </a:lnTo>
                  <a:lnTo>
                    <a:pt x="5384800" y="6348730"/>
                  </a:lnTo>
                  <a:cubicBezTo>
                    <a:pt x="5391150" y="6348730"/>
                    <a:pt x="5396230" y="6343650"/>
                    <a:pt x="5396230" y="6337300"/>
                  </a:cubicBezTo>
                  <a:lnTo>
                    <a:pt x="5396230" y="6101080"/>
                  </a:lnTo>
                  <a:lnTo>
                    <a:pt x="5396230" y="471170"/>
                  </a:lnTo>
                  <a:lnTo>
                    <a:pt x="5396230" y="11430"/>
                  </a:lnTo>
                  <a:cubicBezTo>
                    <a:pt x="5396230" y="5080"/>
                    <a:pt x="5391150" y="0"/>
                    <a:pt x="5384800" y="0"/>
                  </a:cubicBezTo>
                  <a:close/>
                  <a:moveTo>
                    <a:pt x="5135880" y="6113780"/>
                  </a:moveTo>
                  <a:lnTo>
                    <a:pt x="5135880" y="6327140"/>
                  </a:lnTo>
                  <a:lnTo>
                    <a:pt x="1931670" y="6327140"/>
                  </a:lnTo>
                  <a:lnTo>
                    <a:pt x="1931670" y="6113780"/>
                  </a:lnTo>
                  <a:lnTo>
                    <a:pt x="5135880" y="6113780"/>
                  </a:lnTo>
                  <a:close/>
                  <a:moveTo>
                    <a:pt x="1920240" y="6089650"/>
                  </a:moveTo>
                  <a:lnTo>
                    <a:pt x="358140" y="6089650"/>
                  </a:lnTo>
                  <a:lnTo>
                    <a:pt x="248920" y="6089650"/>
                  </a:lnTo>
                  <a:lnTo>
                    <a:pt x="22860" y="6089650"/>
                  </a:lnTo>
                  <a:lnTo>
                    <a:pt x="22860" y="482600"/>
                  </a:lnTo>
                  <a:lnTo>
                    <a:pt x="5372100" y="482600"/>
                  </a:lnTo>
                  <a:lnTo>
                    <a:pt x="5372100" y="6089650"/>
                  </a:lnTo>
                  <a:lnTo>
                    <a:pt x="5147310" y="6089650"/>
                  </a:lnTo>
                  <a:lnTo>
                    <a:pt x="1920240" y="6089650"/>
                  </a:lnTo>
                  <a:close/>
                  <a:moveTo>
                    <a:pt x="346710" y="6113780"/>
                  </a:moveTo>
                  <a:lnTo>
                    <a:pt x="346710" y="6327140"/>
                  </a:lnTo>
                  <a:lnTo>
                    <a:pt x="260350" y="6327140"/>
                  </a:lnTo>
                  <a:lnTo>
                    <a:pt x="260350" y="6113780"/>
                  </a:lnTo>
                  <a:lnTo>
                    <a:pt x="346710" y="6113780"/>
                  </a:lnTo>
                  <a:close/>
                  <a:moveTo>
                    <a:pt x="22860" y="22860"/>
                  </a:moveTo>
                  <a:lnTo>
                    <a:pt x="5372100" y="22860"/>
                  </a:lnTo>
                  <a:lnTo>
                    <a:pt x="5372100" y="458470"/>
                  </a:lnTo>
                  <a:lnTo>
                    <a:pt x="22860" y="458470"/>
                  </a:lnTo>
                  <a:lnTo>
                    <a:pt x="22860" y="22860"/>
                  </a:lnTo>
                  <a:close/>
                  <a:moveTo>
                    <a:pt x="22860" y="6327140"/>
                  </a:moveTo>
                  <a:lnTo>
                    <a:pt x="22860" y="6113780"/>
                  </a:lnTo>
                  <a:lnTo>
                    <a:pt x="236220" y="6113780"/>
                  </a:lnTo>
                  <a:lnTo>
                    <a:pt x="236220" y="6327140"/>
                  </a:lnTo>
                  <a:lnTo>
                    <a:pt x="22860" y="6327140"/>
                  </a:lnTo>
                  <a:close/>
                  <a:moveTo>
                    <a:pt x="369570" y="6327140"/>
                  </a:moveTo>
                  <a:lnTo>
                    <a:pt x="369570" y="6113780"/>
                  </a:lnTo>
                  <a:lnTo>
                    <a:pt x="1908810" y="6113780"/>
                  </a:lnTo>
                  <a:lnTo>
                    <a:pt x="1908810" y="6327140"/>
                  </a:lnTo>
                  <a:lnTo>
                    <a:pt x="369570" y="6327140"/>
                  </a:lnTo>
                  <a:close/>
                  <a:moveTo>
                    <a:pt x="5372100" y="6327140"/>
                  </a:moveTo>
                  <a:lnTo>
                    <a:pt x="5158740" y="6327140"/>
                  </a:lnTo>
                  <a:lnTo>
                    <a:pt x="5158740" y="6113780"/>
                  </a:lnTo>
                  <a:lnTo>
                    <a:pt x="5372100" y="6113780"/>
                  </a:lnTo>
                  <a:lnTo>
                    <a:pt x="5372100" y="6327140"/>
                  </a:lnTo>
                  <a:close/>
                  <a:moveTo>
                    <a:pt x="279400" y="148590"/>
                  </a:moveTo>
                  <a:cubicBezTo>
                    <a:pt x="228600" y="148590"/>
                    <a:pt x="186690" y="190500"/>
                    <a:pt x="186690" y="241300"/>
                  </a:cubicBezTo>
                  <a:cubicBezTo>
                    <a:pt x="186690" y="292100"/>
                    <a:pt x="228600" y="334010"/>
                    <a:pt x="279400" y="334010"/>
                  </a:cubicBezTo>
                  <a:cubicBezTo>
                    <a:pt x="330200" y="334010"/>
                    <a:pt x="372110" y="292100"/>
                    <a:pt x="372110" y="241300"/>
                  </a:cubicBezTo>
                  <a:cubicBezTo>
                    <a:pt x="372110" y="190500"/>
                    <a:pt x="330200" y="148590"/>
                    <a:pt x="279400" y="148590"/>
                  </a:cubicBezTo>
                  <a:close/>
                  <a:moveTo>
                    <a:pt x="279400" y="311150"/>
                  </a:moveTo>
                  <a:cubicBezTo>
                    <a:pt x="241300" y="311150"/>
                    <a:pt x="209550" y="280670"/>
                    <a:pt x="209550" y="241300"/>
                  </a:cubicBezTo>
                  <a:cubicBezTo>
                    <a:pt x="209550" y="201930"/>
                    <a:pt x="240030" y="171450"/>
                    <a:pt x="279400" y="171450"/>
                  </a:cubicBezTo>
                  <a:cubicBezTo>
                    <a:pt x="318770" y="171450"/>
                    <a:pt x="349250" y="201930"/>
                    <a:pt x="349250" y="241300"/>
                  </a:cubicBezTo>
                  <a:cubicBezTo>
                    <a:pt x="349250" y="280670"/>
                    <a:pt x="317500" y="311150"/>
                    <a:pt x="279400" y="311150"/>
                  </a:cubicBezTo>
                  <a:close/>
                  <a:moveTo>
                    <a:pt x="523240" y="148590"/>
                  </a:moveTo>
                  <a:cubicBezTo>
                    <a:pt x="472440" y="148590"/>
                    <a:pt x="430530" y="190500"/>
                    <a:pt x="430530" y="241300"/>
                  </a:cubicBezTo>
                  <a:cubicBezTo>
                    <a:pt x="430530" y="292100"/>
                    <a:pt x="472440" y="334010"/>
                    <a:pt x="523240" y="334010"/>
                  </a:cubicBezTo>
                  <a:cubicBezTo>
                    <a:pt x="574040" y="334010"/>
                    <a:pt x="615950" y="292100"/>
                    <a:pt x="615950" y="241300"/>
                  </a:cubicBezTo>
                  <a:cubicBezTo>
                    <a:pt x="615950" y="190500"/>
                    <a:pt x="574040" y="148590"/>
                    <a:pt x="523240" y="148590"/>
                  </a:cubicBezTo>
                  <a:close/>
                  <a:moveTo>
                    <a:pt x="523240" y="311150"/>
                  </a:moveTo>
                  <a:cubicBezTo>
                    <a:pt x="485140" y="311150"/>
                    <a:pt x="453390" y="280670"/>
                    <a:pt x="453390" y="241300"/>
                  </a:cubicBezTo>
                  <a:cubicBezTo>
                    <a:pt x="453390" y="201930"/>
                    <a:pt x="483870" y="171450"/>
                    <a:pt x="523240" y="171450"/>
                  </a:cubicBezTo>
                  <a:cubicBezTo>
                    <a:pt x="562610" y="171450"/>
                    <a:pt x="593090" y="201930"/>
                    <a:pt x="593090" y="241300"/>
                  </a:cubicBezTo>
                  <a:cubicBezTo>
                    <a:pt x="593090" y="280670"/>
                    <a:pt x="561340" y="311150"/>
                    <a:pt x="523240" y="311150"/>
                  </a:cubicBezTo>
                  <a:close/>
                  <a:moveTo>
                    <a:pt x="767080" y="148590"/>
                  </a:moveTo>
                  <a:cubicBezTo>
                    <a:pt x="716280" y="148590"/>
                    <a:pt x="674370" y="190500"/>
                    <a:pt x="674370" y="241300"/>
                  </a:cubicBezTo>
                  <a:cubicBezTo>
                    <a:pt x="674370" y="292100"/>
                    <a:pt x="716280" y="334010"/>
                    <a:pt x="767080" y="334010"/>
                  </a:cubicBezTo>
                  <a:cubicBezTo>
                    <a:pt x="817880" y="334010"/>
                    <a:pt x="859790" y="292100"/>
                    <a:pt x="859790" y="241300"/>
                  </a:cubicBezTo>
                  <a:cubicBezTo>
                    <a:pt x="859790" y="190500"/>
                    <a:pt x="819150" y="148590"/>
                    <a:pt x="767080" y="148590"/>
                  </a:cubicBezTo>
                  <a:close/>
                  <a:moveTo>
                    <a:pt x="767080" y="311150"/>
                  </a:moveTo>
                  <a:cubicBezTo>
                    <a:pt x="728980" y="311150"/>
                    <a:pt x="697230" y="280670"/>
                    <a:pt x="697230" y="241300"/>
                  </a:cubicBezTo>
                  <a:cubicBezTo>
                    <a:pt x="697230" y="201930"/>
                    <a:pt x="727710" y="171450"/>
                    <a:pt x="767080" y="171450"/>
                  </a:cubicBezTo>
                  <a:cubicBezTo>
                    <a:pt x="805180" y="171450"/>
                    <a:pt x="836930" y="201930"/>
                    <a:pt x="836930" y="241300"/>
                  </a:cubicBezTo>
                  <a:cubicBezTo>
                    <a:pt x="836930" y="280670"/>
                    <a:pt x="806450" y="311150"/>
                    <a:pt x="767080" y="311150"/>
                  </a:cubicBezTo>
                  <a:close/>
                </a:path>
              </a:pathLst>
            </a:custGeom>
            <a:solidFill>
              <a:srgbClr val="000000"/>
            </a:solidFill>
          </p:spPr>
          <p:txBody>
            <a:bodyPr/>
            <a:lstStyle/>
            <a:p>
              <a:endParaRPr lang="en-US"/>
            </a:p>
          </p:txBody>
        </p:sp>
      </p:grpSp>
      <p:sp>
        <p:nvSpPr>
          <p:cNvPr id="23" name="Freeform 23"/>
          <p:cNvSpPr/>
          <p:nvPr/>
        </p:nvSpPr>
        <p:spPr>
          <a:xfrm>
            <a:off x="11504586" y="144443"/>
            <a:ext cx="852102" cy="884257"/>
          </a:xfrm>
          <a:custGeom>
            <a:avLst/>
            <a:gdLst/>
            <a:ahLst/>
            <a:cxnLst/>
            <a:rect l="l" t="t" r="r" b="b"/>
            <a:pathLst>
              <a:path w="852102" h="884257">
                <a:moveTo>
                  <a:pt x="0" y="0"/>
                </a:moveTo>
                <a:lnTo>
                  <a:pt x="852102" y="0"/>
                </a:lnTo>
                <a:lnTo>
                  <a:pt x="852102" y="884257"/>
                </a:lnTo>
                <a:lnTo>
                  <a:pt x="0" y="8842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4" name="Group 24"/>
          <p:cNvGrpSpPr/>
          <p:nvPr/>
        </p:nvGrpSpPr>
        <p:grpSpPr>
          <a:xfrm>
            <a:off x="16574396" y="9182781"/>
            <a:ext cx="1574826" cy="1053364"/>
            <a:chOff x="0" y="0"/>
            <a:chExt cx="2099768" cy="1404486"/>
          </a:xfrm>
        </p:grpSpPr>
        <p:sp>
          <p:nvSpPr>
            <p:cNvPr id="25" name="Freeform 25"/>
            <p:cNvSpPr/>
            <p:nvPr/>
          </p:nvSpPr>
          <p:spPr>
            <a:xfrm>
              <a:off x="0" y="256739"/>
              <a:ext cx="1050574" cy="1016192"/>
            </a:xfrm>
            <a:custGeom>
              <a:avLst/>
              <a:gdLst/>
              <a:ahLst/>
              <a:cxnLst/>
              <a:rect l="l" t="t" r="r" b="b"/>
              <a:pathLst>
                <a:path w="1050574" h="1016192">
                  <a:moveTo>
                    <a:pt x="0" y="0"/>
                  </a:moveTo>
                  <a:lnTo>
                    <a:pt x="1050574" y="0"/>
                  </a:lnTo>
                  <a:lnTo>
                    <a:pt x="1050574" y="1016192"/>
                  </a:lnTo>
                  <a:lnTo>
                    <a:pt x="0" y="10161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6" name="Freeform 26"/>
            <p:cNvSpPr/>
            <p:nvPr/>
          </p:nvSpPr>
          <p:spPr>
            <a:xfrm>
              <a:off x="1114074" y="0"/>
              <a:ext cx="985694" cy="1404486"/>
            </a:xfrm>
            <a:custGeom>
              <a:avLst/>
              <a:gdLst/>
              <a:ahLst/>
              <a:cxnLst/>
              <a:rect l="l" t="t" r="r" b="b"/>
              <a:pathLst>
                <a:path w="985694" h="1404486">
                  <a:moveTo>
                    <a:pt x="0" y="0"/>
                  </a:moveTo>
                  <a:lnTo>
                    <a:pt x="985694" y="0"/>
                  </a:lnTo>
                  <a:lnTo>
                    <a:pt x="985694" y="1404486"/>
                  </a:lnTo>
                  <a:lnTo>
                    <a:pt x="0" y="140448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grpSp>
        <p:nvGrpSpPr>
          <p:cNvPr id="27" name="Group 27"/>
          <p:cNvGrpSpPr/>
          <p:nvPr/>
        </p:nvGrpSpPr>
        <p:grpSpPr>
          <a:xfrm>
            <a:off x="15014759" y="277793"/>
            <a:ext cx="2985923" cy="750907"/>
            <a:chOff x="0" y="0"/>
            <a:chExt cx="3981230" cy="1001209"/>
          </a:xfrm>
        </p:grpSpPr>
        <p:sp>
          <p:nvSpPr>
            <p:cNvPr id="28" name="Freeform 28"/>
            <p:cNvSpPr/>
            <p:nvPr/>
          </p:nvSpPr>
          <p:spPr>
            <a:xfrm>
              <a:off x="0" y="0"/>
              <a:ext cx="1001209" cy="1001209"/>
            </a:xfrm>
            <a:custGeom>
              <a:avLst/>
              <a:gdLst/>
              <a:ahLst/>
              <a:cxnLst/>
              <a:rect l="l" t="t" r="r" b="b"/>
              <a:pathLst>
                <a:path w="1001209" h="1001209">
                  <a:moveTo>
                    <a:pt x="0" y="0"/>
                  </a:moveTo>
                  <a:lnTo>
                    <a:pt x="1001209" y="0"/>
                  </a:lnTo>
                  <a:lnTo>
                    <a:pt x="1001209" y="1001209"/>
                  </a:lnTo>
                  <a:lnTo>
                    <a:pt x="0" y="10012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9" name="Freeform 29"/>
            <p:cNvSpPr/>
            <p:nvPr/>
          </p:nvSpPr>
          <p:spPr>
            <a:xfrm>
              <a:off x="1490010" y="0"/>
              <a:ext cx="1001209" cy="1001209"/>
            </a:xfrm>
            <a:custGeom>
              <a:avLst/>
              <a:gdLst/>
              <a:ahLst/>
              <a:cxnLst/>
              <a:rect l="l" t="t" r="r" b="b"/>
              <a:pathLst>
                <a:path w="1001209" h="1001209">
                  <a:moveTo>
                    <a:pt x="0" y="0"/>
                  </a:moveTo>
                  <a:lnTo>
                    <a:pt x="1001210" y="0"/>
                  </a:lnTo>
                  <a:lnTo>
                    <a:pt x="1001210" y="1001209"/>
                  </a:lnTo>
                  <a:lnTo>
                    <a:pt x="0" y="100120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0" name="Freeform 30"/>
            <p:cNvSpPr/>
            <p:nvPr/>
          </p:nvSpPr>
          <p:spPr>
            <a:xfrm>
              <a:off x="2980021" y="0"/>
              <a:ext cx="1001209" cy="1001209"/>
            </a:xfrm>
            <a:custGeom>
              <a:avLst/>
              <a:gdLst/>
              <a:ahLst/>
              <a:cxnLst/>
              <a:rect l="l" t="t" r="r" b="b"/>
              <a:pathLst>
                <a:path w="1001209" h="1001209">
                  <a:moveTo>
                    <a:pt x="0" y="0"/>
                  </a:moveTo>
                  <a:lnTo>
                    <a:pt x="1001209" y="0"/>
                  </a:lnTo>
                  <a:lnTo>
                    <a:pt x="1001209" y="1001209"/>
                  </a:lnTo>
                  <a:lnTo>
                    <a:pt x="0" y="100120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31" name="Freeform 31"/>
          <p:cNvSpPr/>
          <p:nvPr/>
        </p:nvSpPr>
        <p:spPr>
          <a:xfrm>
            <a:off x="137420" y="9787619"/>
            <a:ext cx="2293318" cy="429476"/>
          </a:xfrm>
          <a:custGeom>
            <a:avLst/>
            <a:gdLst/>
            <a:ahLst/>
            <a:cxnLst/>
            <a:rect l="l" t="t" r="r" b="b"/>
            <a:pathLst>
              <a:path w="2293318" h="429476">
                <a:moveTo>
                  <a:pt x="0" y="0"/>
                </a:moveTo>
                <a:lnTo>
                  <a:pt x="2293318" y="0"/>
                </a:lnTo>
                <a:lnTo>
                  <a:pt x="2293318" y="429476"/>
                </a:lnTo>
                <a:lnTo>
                  <a:pt x="0" y="4294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2" name="Freeform 32"/>
          <p:cNvSpPr/>
          <p:nvPr/>
        </p:nvSpPr>
        <p:spPr>
          <a:xfrm>
            <a:off x="13298374" y="8224255"/>
            <a:ext cx="3800797" cy="1050402"/>
          </a:xfrm>
          <a:custGeom>
            <a:avLst/>
            <a:gdLst/>
            <a:ahLst/>
            <a:cxnLst/>
            <a:rect l="l" t="t" r="r" b="b"/>
            <a:pathLst>
              <a:path w="3800797" h="1050402">
                <a:moveTo>
                  <a:pt x="0" y="0"/>
                </a:moveTo>
                <a:lnTo>
                  <a:pt x="3800797" y="0"/>
                </a:lnTo>
                <a:lnTo>
                  <a:pt x="3800797" y="1050402"/>
                </a:lnTo>
                <a:lnTo>
                  <a:pt x="0" y="105040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3" name="Freeform 33"/>
          <p:cNvSpPr/>
          <p:nvPr/>
        </p:nvSpPr>
        <p:spPr>
          <a:xfrm>
            <a:off x="1188829" y="7923550"/>
            <a:ext cx="3800797" cy="1050402"/>
          </a:xfrm>
          <a:custGeom>
            <a:avLst/>
            <a:gdLst/>
            <a:ahLst/>
            <a:cxnLst/>
            <a:rect l="l" t="t" r="r" b="b"/>
            <a:pathLst>
              <a:path w="3800797" h="1050402">
                <a:moveTo>
                  <a:pt x="0" y="0"/>
                </a:moveTo>
                <a:lnTo>
                  <a:pt x="3800797" y="0"/>
                </a:lnTo>
                <a:lnTo>
                  <a:pt x="3800797" y="1050402"/>
                </a:lnTo>
                <a:lnTo>
                  <a:pt x="0" y="105040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34" name="Freeform 34"/>
          <p:cNvSpPr/>
          <p:nvPr/>
        </p:nvSpPr>
        <p:spPr>
          <a:xfrm>
            <a:off x="297548" y="277793"/>
            <a:ext cx="745654" cy="745654"/>
          </a:xfrm>
          <a:custGeom>
            <a:avLst/>
            <a:gdLst/>
            <a:ahLst/>
            <a:cxnLst/>
            <a:rect l="l" t="t" r="r" b="b"/>
            <a:pathLst>
              <a:path w="745654" h="745654">
                <a:moveTo>
                  <a:pt x="0" y="0"/>
                </a:moveTo>
                <a:lnTo>
                  <a:pt x="745654" y="0"/>
                </a:lnTo>
                <a:lnTo>
                  <a:pt x="745654" y="745654"/>
                </a:lnTo>
                <a:lnTo>
                  <a:pt x="0" y="7456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35" name="Freeform 35"/>
          <p:cNvSpPr/>
          <p:nvPr/>
        </p:nvSpPr>
        <p:spPr>
          <a:xfrm>
            <a:off x="4135957" y="328317"/>
            <a:ext cx="853669" cy="799959"/>
          </a:xfrm>
          <a:custGeom>
            <a:avLst/>
            <a:gdLst/>
            <a:ahLst/>
            <a:cxnLst/>
            <a:rect l="l" t="t" r="r" b="b"/>
            <a:pathLst>
              <a:path w="853669" h="799959">
                <a:moveTo>
                  <a:pt x="0" y="0"/>
                </a:moveTo>
                <a:lnTo>
                  <a:pt x="853669" y="0"/>
                </a:lnTo>
                <a:lnTo>
                  <a:pt x="853669" y="799959"/>
                </a:lnTo>
                <a:lnTo>
                  <a:pt x="0" y="79995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grpSp>
        <p:nvGrpSpPr>
          <p:cNvPr id="36" name="Group 36"/>
          <p:cNvGrpSpPr/>
          <p:nvPr/>
        </p:nvGrpSpPr>
        <p:grpSpPr>
          <a:xfrm>
            <a:off x="6740579" y="7307115"/>
            <a:ext cx="4806842" cy="1834281"/>
            <a:chOff x="0" y="0"/>
            <a:chExt cx="6409122" cy="2445708"/>
          </a:xfrm>
        </p:grpSpPr>
        <p:sp>
          <p:nvSpPr>
            <p:cNvPr id="37" name="Freeform 37"/>
            <p:cNvSpPr/>
            <p:nvPr/>
          </p:nvSpPr>
          <p:spPr>
            <a:xfrm>
              <a:off x="0" y="0"/>
              <a:ext cx="6160827" cy="1702628"/>
            </a:xfrm>
            <a:custGeom>
              <a:avLst/>
              <a:gdLst/>
              <a:ahLst/>
              <a:cxnLst/>
              <a:rect l="l" t="t" r="r" b="b"/>
              <a:pathLst>
                <a:path w="6160827" h="1702628">
                  <a:moveTo>
                    <a:pt x="0" y="0"/>
                  </a:moveTo>
                  <a:lnTo>
                    <a:pt x="6160827" y="0"/>
                  </a:lnTo>
                  <a:lnTo>
                    <a:pt x="6160827" y="1702628"/>
                  </a:lnTo>
                  <a:lnTo>
                    <a:pt x="0" y="1702628"/>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38" name="Freeform 38"/>
            <p:cNvSpPr/>
            <p:nvPr/>
          </p:nvSpPr>
          <p:spPr>
            <a:xfrm>
              <a:off x="5667220" y="1245760"/>
              <a:ext cx="741903" cy="1199947"/>
            </a:xfrm>
            <a:custGeom>
              <a:avLst/>
              <a:gdLst/>
              <a:ahLst/>
              <a:cxnLst/>
              <a:rect l="l" t="t" r="r" b="b"/>
              <a:pathLst>
                <a:path w="741903" h="1199947">
                  <a:moveTo>
                    <a:pt x="0" y="0"/>
                  </a:moveTo>
                  <a:lnTo>
                    <a:pt x="741902" y="0"/>
                  </a:lnTo>
                  <a:lnTo>
                    <a:pt x="741902" y="1199948"/>
                  </a:lnTo>
                  <a:lnTo>
                    <a:pt x="0" y="1199948"/>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US"/>
            </a:p>
          </p:txBody>
        </p:sp>
      </p:grpSp>
      <p:sp>
        <p:nvSpPr>
          <p:cNvPr id="39" name="Freeform 39"/>
          <p:cNvSpPr/>
          <p:nvPr/>
        </p:nvSpPr>
        <p:spPr>
          <a:xfrm>
            <a:off x="3089227" y="277793"/>
            <a:ext cx="824196" cy="850483"/>
          </a:xfrm>
          <a:custGeom>
            <a:avLst/>
            <a:gdLst/>
            <a:ahLst/>
            <a:cxnLst/>
            <a:rect l="l" t="t" r="r" b="b"/>
            <a:pathLst>
              <a:path w="824196" h="850483">
                <a:moveTo>
                  <a:pt x="0" y="0"/>
                </a:moveTo>
                <a:lnTo>
                  <a:pt x="824196" y="0"/>
                </a:lnTo>
                <a:lnTo>
                  <a:pt x="824196" y="850483"/>
                </a:lnTo>
                <a:lnTo>
                  <a:pt x="0" y="850483"/>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40" name="Freeform 40"/>
          <p:cNvSpPr/>
          <p:nvPr/>
        </p:nvSpPr>
        <p:spPr>
          <a:xfrm rot="-10800000" flipV="1">
            <a:off x="1188829" y="277793"/>
            <a:ext cx="824196" cy="850483"/>
          </a:xfrm>
          <a:custGeom>
            <a:avLst/>
            <a:gdLst/>
            <a:ahLst/>
            <a:cxnLst/>
            <a:rect l="l" t="t" r="r" b="b"/>
            <a:pathLst>
              <a:path w="824196" h="850483">
                <a:moveTo>
                  <a:pt x="0" y="850483"/>
                </a:moveTo>
                <a:lnTo>
                  <a:pt x="824195" y="850483"/>
                </a:lnTo>
                <a:lnTo>
                  <a:pt x="824195" y="0"/>
                </a:lnTo>
                <a:lnTo>
                  <a:pt x="0" y="0"/>
                </a:lnTo>
                <a:lnTo>
                  <a:pt x="0" y="850483"/>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41" name="Freeform 41"/>
          <p:cNvSpPr/>
          <p:nvPr/>
        </p:nvSpPr>
        <p:spPr>
          <a:xfrm>
            <a:off x="2155899" y="327581"/>
            <a:ext cx="722236" cy="750907"/>
          </a:xfrm>
          <a:custGeom>
            <a:avLst/>
            <a:gdLst/>
            <a:ahLst/>
            <a:cxnLst/>
            <a:rect l="l" t="t" r="r" b="b"/>
            <a:pathLst>
              <a:path w="722236" h="750907">
                <a:moveTo>
                  <a:pt x="0" y="0"/>
                </a:moveTo>
                <a:lnTo>
                  <a:pt x="722236" y="0"/>
                </a:lnTo>
                <a:lnTo>
                  <a:pt x="722236" y="750907"/>
                </a:lnTo>
                <a:lnTo>
                  <a:pt x="0" y="750907"/>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42" name="Freeform 42"/>
          <p:cNvSpPr/>
          <p:nvPr/>
        </p:nvSpPr>
        <p:spPr>
          <a:xfrm rot="276878">
            <a:off x="4516883" y="9063050"/>
            <a:ext cx="701158" cy="1092681"/>
          </a:xfrm>
          <a:custGeom>
            <a:avLst/>
            <a:gdLst/>
            <a:ahLst/>
            <a:cxnLst/>
            <a:rect l="l" t="t" r="r" b="b"/>
            <a:pathLst>
              <a:path w="701158" h="1092681">
                <a:moveTo>
                  <a:pt x="0" y="0"/>
                </a:moveTo>
                <a:lnTo>
                  <a:pt x="701159" y="0"/>
                </a:lnTo>
                <a:lnTo>
                  <a:pt x="701159" y="1092681"/>
                </a:lnTo>
                <a:lnTo>
                  <a:pt x="0" y="1092681"/>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43" name="TextBox 43"/>
          <p:cNvSpPr txBox="1"/>
          <p:nvPr/>
        </p:nvSpPr>
        <p:spPr>
          <a:xfrm>
            <a:off x="5160445" y="8961246"/>
            <a:ext cx="9319617" cy="1177904"/>
          </a:xfrm>
          <a:prstGeom prst="rect">
            <a:avLst/>
          </a:prstGeom>
        </p:spPr>
        <p:txBody>
          <a:bodyPr lIns="0" tIns="0" rIns="0" bIns="0" rtlCol="0" anchor="t">
            <a:spAutoFit/>
          </a:bodyPr>
          <a:lstStyle/>
          <a:p>
            <a:pPr algn="ctr">
              <a:lnSpc>
                <a:spcPts val="9626"/>
              </a:lnSpc>
            </a:pPr>
            <a:r>
              <a:rPr lang="en-US" sz="6875" u="sng">
                <a:solidFill>
                  <a:srgbClr val="000000"/>
                </a:solidFill>
                <a:latin typeface="Gagalin"/>
                <a:ea typeface="Gagalin"/>
                <a:cs typeface="Gagalin"/>
                <a:sym typeface="Gagalin"/>
              </a:rPr>
              <a:t>TUDENT BUDGET TRACKER</a:t>
            </a:r>
          </a:p>
        </p:txBody>
      </p:sp>
      <p:sp>
        <p:nvSpPr>
          <p:cNvPr id="44" name="TextBox 43">
            <a:extLst>
              <a:ext uri="{FF2B5EF4-FFF2-40B4-BE49-F238E27FC236}">
                <a16:creationId xmlns:a16="http://schemas.microsoft.com/office/drawing/2014/main" id="{D1FF6441-7C0D-2222-D55A-8015EE331781}"/>
              </a:ext>
            </a:extLst>
          </p:cNvPr>
          <p:cNvSpPr txBox="1"/>
          <p:nvPr/>
        </p:nvSpPr>
        <p:spPr>
          <a:xfrm>
            <a:off x="652821" y="2040171"/>
            <a:ext cx="4872811" cy="517064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n w="0"/>
                <a:solidFill>
                  <a:schemeClr val="accent1"/>
                </a:solidFill>
              </a:rPr>
              <a:t>Budget Tracker:</a:t>
            </a:r>
          </a:p>
          <a:p>
            <a:r>
              <a:rPr lang="en-US" sz="1500" dirty="0">
                <a:ln w="0"/>
                <a:solidFill>
                  <a:schemeClr val="accent1"/>
                </a:solidFill>
              </a:rPr>
              <a:t>Welcome to your Budget Tracker! 🌈✨</a:t>
            </a:r>
          </a:p>
          <a:p>
            <a:endParaRPr lang="en-US" sz="1500" dirty="0">
              <a:ln w="0"/>
              <a:solidFill>
                <a:schemeClr val="accent1"/>
              </a:solidFill>
            </a:endParaRPr>
          </a:p>
          <a:p>
            <a:r>
              <a:rPr lang="en-US" sz="1500" dirty="0">
                <a:ln w="0"/>
                <a:solidFill>
                  <a:schemeClr val="accent1"/>
                </a:solidFill>
              </a:rPr>
              <a:t>Choose the option you would like:</a:t>
            </a:r>
          </a:p>
          <a:p>
            <a:pPr marL="342900" indent="-342900">
              <a:buAutoNum type="arabicPeriod"/>
            </a:pPr>
            <a:r>
              <a:rPr lang="en-US" sz="1500" dirty="0">
                <a:ln w="0"/>
                <a:solidFill>
                  <a:schemeClr val="accent1"/>
                </a:solidFill>
              </a:rPr>
              <a:t>💰 Add Income 💰</a:t>
            </a:r>
          </a:p>
          <a:p>
            <a:pPr marL="342900" indent="-342900">
              <a:buAutoNum type="arabicPeriod"/>
            </a:pPr>
            <a:r>
              <a:rPr lang="en-US" sz="1500" dirty="0">
                <a:ln w="0"/>
                <a:solidFill>
                  <a:schemeClr val="accent1"/>
                </a:solidFill>
              </a:rPr>
              <a:t>🛍️  Add Expense 🛒</a:t>
            </a:r>
          </a:p>
          <a:p>
            <a:pPr marL="342900" indent="-342900">
              <a:buAutoNum type="arabicPeriod"/>
            </a:pPr>
            <a:r>
              <a:rPr lang="en-US" sz="1500" dirty="0">
                <a:ln w="0"/>
                <a:solidFill>
                  <a:schemeClr val="accent1"/>
                </a:solidFill>
              </a:rPr>
              <a:t> 📊 View Summary 📊</a:t>
            </a:r>
          </a:p>
          <a:p>
            <a:pPr marL="342900" indent="-342900">
              <a:buAutoNum type="arabicPeriod"/>
            </a:pPr>
            <a:r>
              <a:rPr lang="en-US" sz="1500" dirty="0">
                <a:ln w="0"/>
                <a:solidFill>
                  <a:schemeClr val="accent1"/>
                </a:solidFill>
              </a:rPr>
              <a:t> ❌🚪 Exit 🚪❌</a:t>
            </a:r>
          </a:p>
          <a:p>
            <a:r>
              <a:rPr lang="en-US" sz="1500" dirty="0">
                <a:ln w="0"/>
                <a:solidFill>
                  <a:schemeClr val="accent1"/>
                </a:solidFill>
              </a:rPr>
              <a:t>Enter your choice (1-4): 1</a:t>
            </a:r>
          </a:p>
          <a:p>
            <a:r>
              <a:rPr lang="en-US" sz="1500" dirty="0">
                <a:ln w="0"/>
                <a:solidFill>
                  <a:schemeClr val="accent1"/>
                </a:solidFill>
              </a:rPr>
              <a:t>Enter your income amount: $200</a:t>
            </a:r>
          </a:p>
          <a:p>
            <a:r>
              <a:rPr lang="en-US" sz="1500" dirty="0">
                <a:ln w="0"/>
                <a:solidFill>
                  <a:schemeClr val="accent1"/>
                </a:solidFill>
              </a:rPr>
              <a:t>✨ Income added! Total Income: $200.00</a:t>
            </a:r>
          </a:p>
          <a:p>
            <a:endParaRPr lang="en-US" sz="1500" dirty="0">
              <a:ln w="0"/>
              <a:solidFill>
                <a:schemeClr val="accent1"/>
              </a:solidFill>
            </a:endParaRPr>
          </a:p>
          <a:p>
            <a:r>
              <a:rPr lang="en-US" sz="1500" dirty="0">
                <a:ln w="0"/>
                <a:solidFill>
                  <a:schemeClr val="accent1"/>
                </a:solidFill>
              </a:rPr>
              <a:t>Choose the option you would like:</a:t>
            </a:r>
          </a:p>
          <a:p>
            <a:pPr marL="342900" indent="-342900">
              <a:buAutoNum type="arabicPeriod"/>
            </a:pPr>
            <a:r>
              <a:rPr lang="en-US" sz="1500" dirty="0">
                <a:ln w="0"/>
                <a:solidFill>
                  <a:schemeClr val="accent1"/>
                </a:solidFill>
              </a:rPr>
              <a:t>💰 Add Income 💰</a:t>
            </a:r>
          </a:p>
          <a:p>
            <a:pPr marL="342900" indent="-342900">
              <a:buAutoNum type="arabicPeriod"/>
            </a:pPr>
            <a:r>
              <a:rPr lang="en-US" sz="1500" dirty="0">
                <a:ln w="0"/>
                <a:solidFill>
                  <a:schemeClr val="accent1"/>
                </a:solidFill>
              </a:rPr>
              <a:t>🛍️  Add Expense 🛒</a:t>
            </a:r>
          </a:p>
          <a:p>
            <a:pPr marL="342900" indent="-342900">
              <a:buAutoNum type="arabicPeriod"/>
            </a:pPr>
            <a:r>
              <a:rPr lang="en-US" sz="1500" dirty="0">
                <a:ln w="0"/>
                <a:solidFill>
                  <a:schemeClr val="accent1"/>
                </a:solidFill>
              </a:rPr>
              <a:t> 📊 View Summary 📊</a:t>
            </a:r>
          </a:p>
          <a:p>
            <a:pPr marL="342900" indent="-342900">
              <a:buAutoNum type="arabicPeriod"/>
            </a:pPr>
            <a:r>
              <a:rPr lang="en-US" sz="1500" dirty="0">
                <a:ln w="0"/>
                <a:solidFill>
                  <a:schemeClr val="accent1"/>
                </a:solidFill>
              </a:rPr>
              <a:t> ❌🚪 Exit 🚪❌</a:t>
            </a:r>
          </a:p>
          <a:p>
            <a:r>
              <a:rPr lang="en-US" sz="1500" dirty="0">
                <a:ln w="0"/>
                <a:solidFill>
                  <a:schemeClr val="accent1"/>
                </a:solidFill>
              </a:rPr>
              <a:t>Enter your choice (1-4): 2</a:t>
            </a:r>
          </a:p>
          <a:p>
            <a:r>
              <a:rPr lang="en-US" sz="1500" dirty="0">
                <a:ln w="0"/>
                <a:solidFill>
                  <a:schemeClr val="accent1"/>
                </a:solidFill>
              </a:rPr>
              <a:t>Enter expense description: Groceries </a:t>
            </a:r>
          </a:p>
          <a:p>
            <a:r>
              <a:rPr lang="en-US" sz="1500" dirty="0">
                <a:ln w="0"/>
                <a:solidFill>
                  <a:schemeClr val="accent1"/>
                </a:solidFill>
              </a:rPr>
              <a:t>Enter expense amount: $100</a:t>
            </a:r>
          </a:p>
          <a:p>
            <a:r>
              <a:rPr lang="en-US" sz="1500" dirty="0">
                <a:ln w="0"/>
                <a:solidFill>
                  <a:schemeClr val="accent1"/>
                </a:solidFill>
              </a:rPr>
              <a:t>🛒 Expense added: Groceries - $100.00</a:t>
            </a:r>
          </a:p>
          <a:p>
            <a:endParaRPr lang="en-US" sz="1500" dirty="0">
              <a:ln w="0"/>
              <a:solidFill>
                <a:schemeClr val="accent1"/>
              </a:solidFill>
            </a:endParaRPr>
          </a:p>
        </p:txBody>
      </p:sp>
      <p:sp>
        <p:nvSpPr>
          <p:cNvPr id="45" name="TextBox 44">
            <a:extLst>
              <a:ext uri="{FF2B5EF4-FFF2-40B4-BE49-F238E27FC236}">
                <a16:creationId xmlns:a16="http://schemas.microsoft.com/office/drawing/2014/main" id="{0584E925-C35A-9752-19BB-AC37EE338461}"/>
              </a:ext>
            </a:extLst>
          </p:cNvPr>
          <p:cNvSpPr txBox="1"/>
          <p:nvPr/>
        </p:nvSpPr>
        <p:spPr>
          <a:xfrm>
            <a:off x="6631775" y="1340438"/>
            <a:ext cx="4872811" cy="517064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500" dirty="0">
                <a:ln w="0"/>
                <a:solidFill>
                  <a:schemeClr val="accent1"/>
                </a:solidFill>
              </a:rPr>
              <a:t>Choose the option you would like:</a:t>
            </a:r>
          </a:p>
          <a:p>
            <a:pPr marL="342900" indent="-342900">
              <a:buAutoNum type="arabicPeriod"/>
            </a:pPr>
            <a:r>
              <a:rPr lang="en-US" sz="1500" dirty="0">
                <a:ln w="0"/>
                <a:solidFill>
                  <a:schemeClr val="accent1"/>
                </a:solidFill>
              </a:rPr>
              <a:t>💰 Add Income 💰</a:t>
            </a:r>
          </a:p>
          <a:p>
            <a:pPr marL="342900" indent="-342900">
              <a:buAutoNum type="arabicPeriod"/>
            </a:pPr>
            <a:r>
              <a:rPr lang="en-US" sz="1500" dirty="0">
                <a:ln w="0"/>
                <a:solidFill>
                  <a:schemeClr val="accent1"/>
                </a:solidFill>
              </a:rPr>
              <a:t>🛍️  Add Expense 🛒</a:t>
            </a:r>
          </a:p>
          <a:p>
            <a:pPr marL="342900" indent="-342900">
              <a:buAutoNum type="arabicPeriod"/>
            </a:pPr>
            <a:r>
              <a:rPr lang="en-US" sz="1500" dirty="0">
                <a:ln w="0"/>
                <a:solidFill>
                  <a:schemeClr val="accent1"/>
                </a:solidFill>
              </a:rPr>
              <a:t> 📊 View Summary 📊</a:t>
            </a:r>
          </a:p>
          <a:p>
            <a:pPr marL="342900" indent="-342900">
              <a:buAutoNum type="arabicPeriod"/>
            </a:pPr>
            <a:r>
              <a:rPr lang="en-US" sz="1500" dirty="0">
                <a:ln w="0"/>
                <a:solidFill>
                  <a:schemeClr val="accent1"/>
                </a:solidFill>
              </a:rPr>
              <a:t> ❌🚪 Exit 🚪❌</a:t>
            </a:r>
          </a:p>
          <a:p>
            <a:r>
              <a:rPr lang="en-US" sz="1500" dirty="0">
                <a:ln w="0"/>
                <a:solidFill>
                  <a:schemeClr val="accent1"/>
                </a:solidFill>
                <a:effectLst>
                  <a:outerShdw blurRad="38100" dist="25400" dir="5400000" algn="ctr" rotWithShape="0">
                    <a:srgbClr val="6E747A">
                      <a:alpha val="43000"/>
                    </a:srgbClr>
                  </a:outerShdw>
                </a:effectLst>
              </a:rPr>
              <a:t>Enter your choice (1-4): three</a:t>
            </a:r>
          </a:p>
          <a:p>
            <a:r>
              <a:rPr lang="en-US" sz="1500" dirty="0">
                <a:ln w="0"/>
                <a:solidFill>
                  <a:schemeClr val="accent1"/>
                </a:solidFill>
                <a:effectLst>
                  <a:outerShdw blurRad="38100" dist="25400" dir="5400000" algn="ctr" rotWithShape="0">
                    <a:srgbClr val="6E747A">
                      <a:alpha val="43000"/>
                    </a:srgbClr>
                  </a:outerShdw>
                </a:effectLst>
              </a:rPr>
              <a:t> ⚠️ Invalid choice; Try again 💗. Please select a valid option (1-4).</a:t>
            </a:r>
          </a:p>
          <a:p>
            <a:endParaRPr lang="en-US" sz="1500" dirty="0">
              <a:ln w="0"/>
              <a:solidFill>
                <a:schemeClr val="accent1"/>
              </a:solidFill>
              <a:effectLst>
                <a:outerShdw blurRad="38100" dist="25400" dir="5400000" algn="ctr" rotWithShape="0">
                  <a:srgbClr val="6E747A">
                    <a:alpha val="43000"/>
                  </a:srgbClr>
                </a:outerShdw>
              </a:effectLst>
            </a:endParaRPr>
          </a:p>
          <a:p>
            <a:r>
              <a:rPr lang="en-US" sz="1500" dirty="0">
                <a:ln w="0"/>
                <a:solidFill>
                  <a:schemeClr val="accent1"/>
                </a:solidFill>
                <a:effectLst>
                  <a:outerShdw blurRad="38100" dist="25400" dir="5400000" algn="ctr" rotWithShape="0">
                    <a:srgbClr val="6E747A">
                      <a:alpha val="43000"/>
                    </a:srgbClr>
                  </a:outerShdw>
                </a:effectLst>
              </a:rPr>
              <a:t>Choose the option you would like:</a:t>
            </a:r>
          </a:p>
          <a:p>
            <a:r>
              <a:rPr lang="en-US" sz="1500" dirty="0">
                <a:ln w="0"/>
                <a:solidFill>
                  <a:schemeClr val="accent1"/>
                </a:solidFill>
                <a:effectLst>
                  <a:outerShdw blurRad="38100" dist="25400" dir="5400000" algn="ctr" rotWithShape="0">
                    <a:srgbClr val="6E747A">
                      <a:alpha val="43000"/>
                    </a:srgbClr>
                  </a:outerShdw>
                </a:effectLst>
              </a:rPr>
              <a:t>1. 💰 Add Income 💰</a:t>
            </a:r>
          </a:p>
          <a:p>
            <a:r>
              <a:rPr lang="en-US" sz="1500" dirty="0">
                <a:ln w="0"/>
                <a:solidFill>
                  <a:schemeClr val="accent1"/>
                </a:solidFill>
                <a:effectLst>
                  <a:outerShdw blurRad="38100" dist="25400" dir="5400000" algn="ctr" rotWithShape="0">
                    <a:srgbClr val="6E747A">
                      <a:alpha val="43000"/>
                    </a:srgbClr>
                  </a:outerShdw>
                </a:effectLst>
              </a:rPr>
              <a:t>2. 🛍️  Add Expense 🛒</a:t>
            </a:r>
          </a:p>
          <a:p>
            <a:r>
              <a:rPr lang="en-US" sz="1500" dirty="0">
                <a:ln w="0"/>
                <a:solidFill>
                  <a:schemeClr val="accent1"/>
                </a:solidFill>
                <a:effectLst>
                  <a:outerShdw blurRad="38100" dist="25400" dir="5400000" algn="ctr" rotWithShape="0">
                    <a:srgbClr val="6E747A">
                      <a:alpha val="43000"/>
                    </a:srgbClr>
                  </a:outerShdw>
                </a:effectLst>
              </a:rPr>
              <a:t>3. 📊 View Summary 📊</a:t>
            </a:r>
          </a:p>
          <a:p>
            <a:r>
              <a:rPr lang="en-US" sz="1500" dirty="0">
                <a:ln w="0"/>
                <a:solidFill>
                  <a:schemeClr val="accent1"/>
                </a:solidFill>
                <a:effectLst>
                  <a:outerShdw blurRad="38100" dist="25400" dir="5400000" algn="ctr" rotWithShape="0">
                    <a:srgbClr val="6E747A">
                      <a:alpha val="43000"/>
                    </a:srgbClr>
                  </a:outerShdw>
                </a:effectLst>
              </a:rPr>
              <a:t>4. ❌🚪 Exit 🚪❌</a:t>
            </a:r>
          </a:p>
          <a:p>
            <a:r>
              <a:rPr lang="en-US" sz="1500" dirty="0">
                <a:ln w="0"/>
                <a:solidFill>
                  <a:schemeClr val="accent1"/>
                </a:solidFill>
                <a:effectLst>
                  <a:outerShdw blurRad="38100" dist="25400" dir="5400000" algn="ctr" rotWithShape="0">
                    <a:srgbClr val="6E747A">
                      <a:alpha val="43000"/>
                    </a:srgbClr>
                  </a:outerShdw>
                </a:effectLst>
              </a:rPr>
              <a:t>Enter your choice (1-4): 3</a:t>
            </a:r>
          </a:p>
          <a:p>
            <a:endParaRPr lang="en-US" sz="1500" dirty="0">
              <a:ln w="0"/>
              <a:solidFill>
                <a:schemeClr val="accent1"/>
              </a:solidFill>
              <a:effectLst>
                <a:outerShdw blurRad="38100" dist="25400" dir="5400000" algn="ctr" rotWithShape="0">
                  <a:srgbClr val="6E747A">
                    <a:alpha val="43000"/>
                  </a:srgbClr>
                </a:outerShdw>
              </a:effectLst>
            </a:endParaRPr>
          </a:p>
          <a:p>
            <a:r>
              <a:rPr lang="en-US" sz="1500" dirty="0">
                <a:ln w="0"/>
                <a:solidFill>
                  <a:schemeClr val="accent1"/>
                </a:solidFill>
                <a:effectLst>
                  <a:outerShdw blurRad="38100" dist="25400" dir="5400000" algn="ctr" rotWithShape="0">
                    <a:srgbClr val="6E747A">
                      <a:alpha val="43000"/>
                    </a:srgbClr>
                  </a:outerShdw>
                </a:effectLst>
              </a:rPr>
              <a:t>💼  Budget Summary  💼</a:t>
            </a:r>
          </a:p>
          <a:p>
            <a:r>
              <a:rPr lang="en-US" sz="1500" dirty="0">
                <a:ln w="0"/>
                <a:solidFill>
                  <a:schemeClr val="accent1"/>
                </a:solidFill>
                <a:effectLst>
                  <a:outerShdw blurRad="38100" dist="25400" dir="5400000" algn="ctr" rotWithShape="0">
                    <a:srgbClr val="6E747A">
                      <a:alpha val="43000"/>
                    </a:srgbClr>
                  </a:outerShdw>
                </a:effectLst>
              </a:rPr>
              <a:t>💵 Total Income: $200.00</a:t>
            </a:r>
          </a:p>
          <a:p>
            <a:r>
              <a:rPr lang="en-US" sz="1500" dirty="0">
                <a:ln w="0"/>
                <a:solidFill>
                  <a:schemeClr val="accent1"/>
                </a:solidFill>
                <a:effectLst>
                  <a:outerShdw blurRad="38100" dist="25400" dir="5400000" algn="ctr" rotWithShape="0">
                    <a:srgbClr val="6E747A">
                      <a:alpha val="43000"/>
                    </a:srgbClr>
                  </a:outerShdw>
                </a:effectLst>
              </a:rPr>
              <a:t>📘 Expenses:</a:t>
            </a:r>
          </a:p>
          <a:p>
            <a:r>
              <a:rPr lang="en-US" sz="1500" dirty="0">
                <a:ln w="0"/>
                <a:solidFill>
                  <a:schemeClr val="accent1"/>
                </a:solidFill>
                <a:effectLst>
                  <a:outerShdw blurRad="38100" dist="25400" dir="5400000" algn="ctr" rotWithShape="0">
                    <a:srgbClr val="6E747A">
                      <a:alpha val="43000"/>
                    </a:srgbClr>
                  </a:outerShdw>
                </a:effectLst>
              </a:rPr>
              <a:t>   • Groceries: $100.00 🧾</a:t>
            </a:r>
          </a:p>
          <a:p>
            <a:r>
              <a:rPr lang="en-US" sz="1500" dirty="0">
                <a:ln w="0"/>
                <a:solidFill>
                  <a:schemeClr val="accent1"/>
                </a:solidFill>
                <a:effectLst>
                  <a:outerShdw blurRad="38100" dist="25400" dir="5400000" algn="ctr" rotWithShape="0">
                    <a:srgbClr val="6E747A">
                      <a:alpha val="43000"/>
                    </a:srgbClr>
                  </a:outerShdw>
                </a:effectLst>
              </a:rPr>
              <a:t>📊 Total Expense: $100.00</a:t>
            </a:r>
          </a:p>
          <a:p>
            <a:r>
              <a:rPr lang="en-US" sz="1500" dirty="0">
                <a:ln w="0"/>
                <a:solidFill>
                  <a:schemeClr val="accent1"/>
                </a:solidFill>
                <a:effectLst>
                  <a:outerShdw blurRad="38100" dist="25400" dir="5400000" algn="ctr" rotWithShape="0">
                    <a:srgbClr val="6E747A">
                      <a:alpha val="43000"/>
                    </a:srgbClr>
                  </a:outerShdw>
                </a:effectLst>
              </a:rPr>
              <a:t>🌿 Remaining Balance: $100.00 🎉</a:t>
            </a:r>
          </a:p>
        </p:txBody>
      </p:sp>
      <p:sp>
        <p:nvSpPr>
          <p:cNvPr id="46" name="TextBox 45">
            <a:extLst>
              <a:ext uri="{FF2B5EF4-FFF2-40B4-BE49-F238E27FC236}">
                <a16:creationId xmlns:a16="http://schemas.microsoft.com/office/drawing/2014/main" id="{84C8C9AA-8EAF-4FFA-4964-1A86553E31EB}"/>
              </a:ext>
            </a:extLst>
          </p:cNvPr>
          <p:cNvSpPr txBox="1"/>
          <p:nvPr/>
        </p:nvSpPr>
        <p:spPr>
          <a:xfrm>
            <a:off x="12762366" y="2374546"/>
            <a:ext cx="4872811" cy="507831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600" dirty="0">
                <a:ln w="0"/>
                <a:solidFill>
                  <a:schemeClr val="accent1"/>
                </a:solidFill>
                <a:effectLst>
                  <a:outerShdw blurRad="38100" dist="25400" dir="5400000" algn="ctr" rotWithShape="0">
                    <a:srgbClr val="6E747A">
                      <a:alpha val="43000"/>
                    </a:srgbClr>
                  </a:outerShdw>
                </a:effectLst>
              </a:rPr>
              <a:t>People, especially students, can use this budget to input their expense and income throughout the month and the program will help you keep track of when and on what you are spending money on.</a:t>
            </a:r>
            <a:endParaRPr lang="en-US"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1356</TotalTime>
  <Words>274</Words>
  <Application>Microsoft Office PowerPoint</Application>
  <PresentationFormat>Custom</PresentationFormat>
  <Paragraphs>44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Gagalin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Maryjane Ede</cp:lastModifiedBy>
  <cp:revision>1</cp:revision>
  <dcterms:created xsi:type="dcterms:W3CDTF">2006-08-16T00:00:00Z</dcterms:created>
  <dcterms:modified xsi:type="dcterms:W3CDTF">2025-11-30T20:20:21Z</dcterms:modified>
  <dc:identifier>DAG6HSeCQ_0</dc:identifier>
</cp:coreProperties>
</file>